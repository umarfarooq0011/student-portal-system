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74" r:id="rId6"/>
    <p:sldId id="260" r:id="rId7"/>
    <p:sldId id="276" r:id="rId8"/>
    <p:sldId id="275" r:id="rId9"/>
    <p:sldId id="262" r:id="rId10"/>
    <p:sldId id="277" r:id="rId11"/>
    <p:sldId id="264" r:id="rId12"/>
    <p:sldId id="265" r:id="rId13"/>
    <p:sldId id="278" r:id="rId14"/>
    <p:sldId id="266" r:id="rId15"/>
    <p:sldId id="267" r:id="rId16"/>
    <p:sldId id="268" r:id="rId17"/>
    <p:sldId id="279" r:id="rId18"/>
    <p:sldId id="269" r:id="rId19"/>
    <p:sldId id="271"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2.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0" Type="http://schemas.openxmlformats.org/officeDocument/2006/relationships/image" Target="../media/image23.svg"/><Relationship Id="rId1" Type="http://schemas.openxmlformats.org/officeDocument/2006/relationships/image" Target="../media/image14.png"/></Relationships>
</file>

<file path=ppt/diagrams/_rels/data3.xml.rels><?xml version="1.0" encoding="UTF-8" standalone="yes"?>
<Relationships xmlns="http://schemas.openxmlformats.org/package/2006/relationships"><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s>
</file>

<file path=ppt/diagrams/_rels/drawing2.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0" Type="http://schemas.openxmlformats.org/officeDocument/2006/relationships/image" Target="../media/image23.svg"/><Relationship Id="rId1" Type="http://schemas.openxmlformats.org/officeDocument/2006/relationships/image" Target="../media/image14.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B42C5DF-0743-4C88-B414-84091E999678}"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186CF643-4DC1-4EEF-8DFE-F197F1B20272}">
      <dgm:prSet/>
      <dgm:spPr/>
      <dgm:t>
        <a:bodyPr/>
        <a:lstStyle/>
        <a:p>
          <a:r>
            <a:rPr lang="en-US" b="1"/>
            <a:t>Presented by </a:t>
          </a:r>
          <a:endParaRPr lang="en-US"/>
        </a:p>
      </dgm:t>
    </dgm:pt>
    <dgm:pt modelId="{AF8755B5-FD03-439F-B915-876648878AD0}" cxnId="{0E82F9B7-31AA-4E33-9652-8E2596223BFA}" type="parTrans">
      <dgm:prSet/>
      <dgm:spPr/>
      <dgm:t>
        <a:bodyPr/>
        <a:lstStyle/>
        <a:p>
          <a:endParaRPr lang="en-US"/>
        </a:p>
      </dgm:t>
    </dgm:pt>
    <dgm:pt modelId="{F6A9DBC6-EA9B-4587-8271-F9E2DD6694FE}" cxnId="{0E82F9B7-31AA-4E33-9652-8E2596223BFA}" type="sibTrans">
      <dgm:prSet/>
      <dgm:spPr/>
      <dgm:t>
        <a:bodyPr/>
        <a:lstStyle/>
        <a:p>
          <a:endParaRPr lang="en-US"/>
        </a:p>
      </dgm:t>
    </dgm:pt>
    <dgm:pt modelId="{2579489A-6BAC-4B3E-9EE5-C625B0F95046}">
      <dgm:prSet phldr="0" custT="0"/>
      <dgm:spPr/>
      <dgm:t>
        <a:bodyPr vert="horz" wrap="square"/>
        <a:p>
          <a:pPr>
            <a:lnSpc>
              <a:spcPct val="100000"/>
            </a:lnSpc>
            <a:spcBef>
              <a:spcPct val="0"/>
            </a:spcBef>
            <a:spcAft>
              <a:spcPct val="35000"/>
            </a:spcAft>
          </a:pPr>
          <a:r>
            <a:rPr lang="en-US" b="1"/>
            <a:t>UMAR FAROOQ BS SE 149</a:t>
          </a:r>
          <a:r>
            <a:rPr lang="en-US"/>
            <a:t/>
          </a:r>
          <a:endParaRPr lang="en-US"/>
        </a:p>
      </dgm:t>
    </dgm:pt>
    <dgm:pt modelId="{42CF1665-5FB4-43F3-BDDE-3142842EDF27}" cxnId="{B732D742-CE4B-4107-B85C-18B2175A4DEE}" type="parTrans">
      <dgm:prSet/>
      <dgm:spPr/>
      <dgm:t>
        <a:bodyPr/>
        <a:lstStyle/>
        <a:p>
          <a:endParaRPr lang="en-US"/>
        </a:p>
      </dgm:t>
    </dgm:pt>
    <dgm:pt modelId="{D7EB8CDE-1A6A-4494-8EEB-3030501B375F}" cxnId="{B732D742-CE4B-4107-B85C-18B2175A4DEE}" type="sibTrans">
      <dgm:prSet/>
      <dgm:spPr/>
      <dgm:t>
        <a:bodyPr/>
        <a:lstStyle/>
        <a:p>
          <a:endParaRPr lang="en-US"/>
        </a:p>
      </dgm:t>
    </dgm:pt>
    <dgm:pt modelId="{EC3897D6-6D9F-4C7E-B70A-3EC0F5FEF2EC}">
      <dgm:prSet phldr="0" custT="0"/>
      <dgm:spPr/>
      <dgm:t>
        <a:bodyPr vert="horz" wrap="square"/>
        <a:p>
          <a:pPr>
            <a:lnSpc>
              <a:spcPct val="100000"/>
            </a:lnSpc>
            <a:spcBef>
              <a:spcPct val="0"/>
            </a:spcBef>
            <a:spcAft>
              <a:spcPct val="35000"/>
            </a:spcAft>
          </a:pPr>
          <a:r>
            <a:rPr lang="en-US" b="1"/>
            <a:t>Mukarram shah BS SE 194</a:t>
          </a:r>
          <a:r>
            <a:rPr lang="en-US"/>
            <a:t/>
          </a:r>
          <a:endParaRPr lang="en-US"/>
        </a:p>
      </dgm:t>
    </dgm:pt>
    <dgm:pt modelId="{00223600-F40B-43A3-9461-C08BE7A3FF77}" cxnId="{8EFAB599-3F4E-4207-82B7-74C908528D59}" type="parTrans">
      <dgm:prSet/>
      <dgm:spPr/>
      <dgm:t>
        <a:bodyPr/>
        <a:lstStyle/>
        <a:p>
          <a:endParaRPr lang="en-US"/>
        </a:p>
      </dgm:t>
    </dgm:pt>
    <dgm:pt modelId="{AEBC94F5-69A4-4EA2-8882-140910C10AB5}" cxnId="{8EFAB599-3F4E-4207-82B7-74C908528D59}" type="sibTrans">
      <dgm:prSet/>
      <dgm:spPr/>
      <dgm:t>
        <a:bodyPr/>
        <a:lstStyle/>
        <a:p>
          <a:endParaRPr lang="en-US"/>
        </a:p>
      </dgm:t>
    </dgm:pt>
    <dgm:pt modelId="{56AF9B9A-D8EA-4260-A38E-04FA15CED70D}">
      <dgm:prSet phldr="0" custT="0"/>
      <dgm:spPr/>
      <dgm:t>
        <a:bodyPr vert="horz" wrap="square"/>
        <a:p>
          <a:pPr>
            <a:lnSpc>
              <a:spcPct val="100000"/>
            </a:lnSpc>
            <a:spcBef>
              <a:spcPct val="0"/>
            </a:spcBef>
            <a:spcAft>
              <a:spcPct val="35000"/>
            </a:spcAft>
          </a:pPr>
          <a:r>
            <a:rPr lang="en-US" b="1"/>
            <a:t>M. Amir   BS IT</a:t>
          </a:r>
          <a:r>
            <a:rPr lang="en-US" b="1"/>
            <a:t/>
          </a:r>
          <a:endParaRPr lang="en-US" b="1"/>
        </a:p>
      </dgm:t>
    </dgm:pt>
    <dgm:pt modelId="{FD58591A-D5D9-41B3-ACBA-28524C372895}" cxnId="{21CF4E26-C404-44FF-BFDE-D4D82901CDC7}" type="parTrans">
      <dgm:prSet/>
      <dgm:spPr/>
      <dgm:t>
        <a:bodyPr/>
        <a:lstStyle/>
        <a:p>
          <a:endParaRPr lang="en-US"/>
        </a:p>
      </dgm:t>
    </dgm:pt>
    <dgm:pt modelId="{8EF21AB8-2E16-4C10-A54E-30427FA9E3A5}" cxnId="{21CF4E26-C404-44FF-BFDE-D4D82901CDC7}" type="sibTrans">
      <dgm:prSet/>
      <dgm:spPr/>
      <dgm:t>
        <a:bodyPr/>
        <a:lstStyle/>
        <a:p>
          <a:endParaRPr lang="en-US"/>
        </a:p>
      </dgm:t>
    </dgm:pt>
    <dgm:pt modelId="{BD0CB3EC-FEAD-4B81-8AEC-F21A7A06C68A}">
      <dgm:prSet phldr="0" custT="0"/>
      <dgm:spPr/>
      <dgm:t>
        <a:bodyPr vert="horz" wrap="square"/>
        <a:p>
          <a:pPr>
            <a:lnSpc>
              <a:spcPct val="100000"/>
            </a:lnSpc>
            <a:spcBef>
              <a:spcPct val="0"/>
            </a:spcBef>
            <a:spcAft>
              <a:spcPct val="35000"/>
            </a:spcAft>
          </a:pPr>
          <a:r>
            <a:rPr lang="en-US" b="1"/>
            <a:t>Hifza Anmol BS IT  455 </a:t>
          </a:r>
          <a:r>
            <a:rPr lang="en-US"/>
            <a:t/>
          </a:r>
          <a:endParaRPr lang="en-US"/>
        </a:p>
      </dgm:t>
    </dgm:pt>
    <dgm:pt modelId="{3C8D913C-650C-4B6A-892D-78FFB6627C18}" cxnId="{ED8F5BFF-A162-4C70-A8FD-7069AC794124}" type="parTrans">
      <dgm:prSet/>
      <dgm:spPr/>
      <dgm:t>
        <a:bodyPr/>
        <a:lstStyle/>
        <a:p>
          <a:endParaRPr lang="en-US"/>
        </a:p>
      </dgm:t>
    </dgm:pt>
    <dgm:pt modelId="{483CA276-29AF-4243-B8BC-D6E0FD63AFE6}" cxnId="{ED8F5BFF-A162-4C70-A8FD-7069AC794124}" type="sibTrans">
      <dgm:prSet/>
      <dgm:spPr/>
      <dgm:t>
        <a:bodyPr/>
        <a:lstStyle/>
        <a:p>
          <a:endParaRPr lang="en-US"/>
        </a:p>
      </dgm:t>
    </dgm:pt>
    <dgm:pt modelId="{D25ED090-5A75-403A-9EC5-BC318B245AD0}" type="pres">
      <dgm:prSet presAssocID="{8B42C5DF-0743-4C88-B414-84091E999678}" presName="linear" presStyleCnt="0">
        <dgm:presLayoutVars>
          <dgm:dir/>
          <dgm:animLvl val="lvl"/>
          <dgm:resizeHandles val="exact"/>
        </dgm:presLayoutVars>
      </dgm:prSet>
      <dgm:spPr/>
    </dgm:pt>
    <dgm:pt modelId="{B39F5A98-97E2-4655-B798-95CFB81B927B}" type="pres">
      <dgm:prSet presAssocID="{186CF643-4DC1-4EEF-8DFE-F197F1B20272}" presName="parentLin" presStyleCnt="0"/>
      <dgm:spPr/>
    </dgm:pt>
    <dgm:pt modelId="{CA337BB7-A492-4FEB-851D-1C9685783403}" type="pres">
      <dgm:prSet presAssocID="{186CF643-4DC1-4EEF-8DFE-F197F1B20272}" presName="parentLeftMargin" presStyleCnt="0"/>
      <dgm:spPr/>
    </dgm:pt>
    <dgm:pt modelId="{4419DDB3-3126-4C49-AB61-570A6B6F180A}" type="pres">
      <dgm:prSet presAssocID="{186CF643-4DC1-4EEF-8DFE-F197F1B20272}" presName="parentText" presStyleLbl="node1" presStyleIdx="0" presStyleCnt="5">
        <dgm:presLayoutVars>
          <dgm:chMax val="0"/>
          <dgm:bulletEnabled val="1"/>
        </dgm:presLayoutVars>
      </dgm:prSet>
      <dgm:spPr/>
    </dgm:pt>
    <dgm:pt modelId="{3F227BBD-F8E4-46C2-ADE0-B4B9953BC1B3}" type="pres">
      <dgm:prSet presAssocID="{186CF643-4DC1-4EEF-8DFE-F197F1B20272}" presName="negativeSpace" presStyleCnt="0"/>
      <dgm:spPr/>
    </dgm:pt>
    <dgm:pt modelId="{CA4C5EB9-05DB-4E5A-A6F5-6BAD769A3600}" type="pres">
      <dgm:prSet presAssocID="{186CF643-4DC1-4EEF-8DFE-F197F1B20272}" presName="childText" presStyleLbl="conFgAcc1" presStyleIdx="0" presStyleCnt="5">
        <dgm:presLayoutVars>
          <dgm:bulletEnabled val="1"/>
        </dgm:presLayoutVars>
      </dgm:prSet>
      <dgm:spPr/>
    </dgm:pt>
    <dgm:pt modelId="{DA1F1271-996E-4207-B34A-7D5F96F745C4}" type="pres">
      <dgm:prSet presAssocID="{F6A9DBC6-EA9B-4587-8271-F9E2DD6694FE}" presName="spaceBetweenRectangles" presStyleCnt="0"/>
      <dgm:spPr/>
    </dgm:pt>
    <dgm:pt modelId="{C28CC11F-E16D-4D5B-A365-B16C48A2E2CD}" type="pres">
      <dgm:prSet presAssocID="{2579489A-6BAC-4B3E-9EE5-C625B0F95046}" presName="parentLin" presStyleCnt="0"/>
      <dgm:spPr/>
    </dgm:pt>
    <dgm:pt modelId="{901C6F9C-0FE1-44AE-BC45-9445B54406B8}" type="pres">
      <dgm:prSet presAssocID="{2579489A-6BAC-4B3E-9EE5-C625B0F95046}" presName="parentLeftMargin" presStyleCnt="0"/>
      <dgm:spPr/>
    </dgm:pt>
    <dgm:pt modelId="{FE587C6D-F249-4694-ABB7-F7BDEF0FDC49}" type="pres">
      <dgm:prSet presAssocID="{2579489A-6BAC-4B3E-9EE5-C625B0F95046}" presName="parentText" presStyleLbl="node1" presStyleIdx="1" presStyleCnt="5">
        <dgm:presLayoutVars>
          <dgm:chMax val="0"/>
          <dgm:bulletEnabled val="1"/>
        </dgm:presLayoutVars>
      </dgm:prSet>
      <dgm:spPr/>
    </dgm:pt>
    <dgm:pt modelId="{A5CE2B13-4371-45FF-8243-2F8EED76D0C3}" type="pres">
      <dgm:prSet presAssocID="{2579489A-6BAC-4B3E-9EE5-C625B0F95046}" presName="negativeSpace" presStyleCnt="0"/>
      <dgm:spPr/>
    </dgm:pt>
    <dgm:pt modelId="{56E04EA5-C854-421C-80C3-DEE78FF9DEA3}" type="pres">
      <dgm:prSet presAssocID="{2579489A-6BAC-4B3E-9EE5-C625B0F95046}" presName="childText" presStyleLbl="conFgAcc1" presStyleIdx="1" presStyleCnt="5">
        <dgm:presLayoutVars>
          <dgm:bulletEnabled val="1"/>
        </dgm:presLayoutVars>
      </dgm:prSet>
      <dgm:spPr/>
    </dgm:pt>
    <dgm:pt modelId="{3CF4A8D6-3AE5-4E25-8E8E-0BD76810452A}" type="pres">
      <dgm:prSet presAssocID="{D7EB8CDE-1A6A-4494-8EEB-3030501B375F}" presName="spaceBetweenRectangles" presStyleCnt="0"/>
      <dgm:spPr/>
    </dgm:pt>
    <dgm:pt modelId="{A1B193EF-EF47-440E-8B1F-3E6456E941B5}" type="pres">
      <dgm:prSet presAssocID="{EC3897D6-6D9F-4C7E-B70A-3EC0F5FEF2EC}" presName="parentLin" presStyleCnt="0"/>
      <dgm:spPr/>
    </dgm:pt>
    <dgm:pt modelId="{9C4E317B-39B1-456C-B7D3-333C9FEB94FB}" type="pres">
      <dgm:prSet presAssocID="{EC3897D6-6D9F-4C7E-B70A-3EC0F5FEF2EC}" presName="parentLeftMargin" presStyleCnt="0"/>
      <dgm:spPr/>
    </dgm:pt>
    <dgm:pt modelId="{12F9DD84-7396-42DD-BAE8-B1A5641B00F2}" type="pres">
      <dgm:prSet presAssocID="{EC3897D6-6D9F-4C7E-B70A-3EC0F5FEF2EC}" presName="parentText" presStyleLbl="node1" presStyleIdx="2" presStyleCnt="5">
        <dgm:presLayoutVars>
          <dgm:chMax val="0"/>
          <dgm:bulletEnabled val="1"/>
        </dgm:presLayoutVars>
      </dgm:prSet>
      <dgm:spPr/>
    </dgm:pt>
    <dgm:pt modelId="{F5106923-37F0-4FA5-AFE9-6A682CD8C5FF}" type="pres">
      <dgm:prSet presAssocID="{EC3897D6-6D9F-4C7E-B70A-3EC0F5FEF2EC}" presName="negativeSpace" presStyleCnt="0"/>
      <dgm:spPr/>
    </dgm:pt>
    <dgm:pt modelId="{4BF5AAE8-0123-4739-ABAF-CB5FEE57FCE3}" type="pres">
      <dgm:prSet presAssocID="{EC3897D6-6D9F-4C7E-B70A-3EC0F5FEF2EC}" presName="childText" presStyleLbl="conFgAcc1" presStyleIdx="2" presStyleCnt="5">
        <dgm:presLayoutVars>
          <dgm:bulletEnabled val="1"/>
        </dgm:presLayoutVars>
      </dgm:prSet>
      <dgm:spPr/>
    </dgm:pt>
    <dgm:pt modelId="{3C3EFDDE-32E9-4873-977A-A44AF9288D1A}" type="pres">
      <dgm:prSet presAssocID="{AEBC94F5-69A4-4EA2-8882-140910C10AB5}" presName="spaceBetweenRectangles" presStyleCnt="0"/>
      <dgm:spPr/>
    </dgm:pt>
    <dgm:pt modelId="{B1EC0E48-3C55-4CFB-92E0-83625DBBAB0A}" type="pres">
      <dgm:prSet presAssocID="{56AF9B9A-D8EA-4260-A38E-04FA15CED70D}" presName="parentLin" presStyleCnt="0"/>
      <dgm:spPr/>
    </dgm:pt>
    <dgm:pt modelId="{ED503529-3914-41EC-BFD1-05D49FEE5D3F}" type="pres">
      <dgm:prSet presAssocID="{56AF9B9A-D8EA-4260-A38E-04FA15CED70D}" presName="parentLeftMargin" presStyleCnt="0"/>
      <dgm:spPr/>
    </dgm:pt>
    <dgm:pt modelId="{570AF0BA-7473-4B6F-8937-2BC400BF68A0}" type="pres">
      <dgm:prSet presAssocID="{56AF9B9A-D8EA-4260-A38E-04FA15CED70D}" presName="parentText" presStyleLbl="node1" presStyleIdx="3" presStyleCnt="5">
        <dgm:presLayoutVars>
          <dgm:chMax val="0"/>
          <dgm:bulletEnabled val="1"/>
        </dgm:presLayoutVars>
      </dgm:prSet>
      <dgm:spPr/>
    </dgm:pt>
    <dgm:pt modelId="{C26E1D44-50E5-44AE-85F5-028824D887D7}" type="pres">
      <dgm:prSet presAssocID="{56AF9B9A-D8EA-4260-A38E-04FA15CED70D}" presName="negativeSpace" presStyleCnt="0"/>
      <dgm:spPr/>
    </dgm:pt>
    <dgm:pt modelId="{4051EE48-E608-4F06-B37A-BCB90084C148}" type="pres">
      <dgm:prSet presAssocID="{56AF9B9A-D8EA-4260-A38E-04FA15CED70D}" presName="childText" presStyleLbl="conFgAcc1" presStyleIdx="3" presStyleCnt="5">
        <dgm:presLayoutVars>
          <dgm:bulletEnabled val="1"/>
        </dgm:presLayoutVars>
      </dgm:prSet>
      <dgm:spPr/>
    </dgm:pt>
    <dgm:pt modelId="{CC03C551-7050-4557-91B8-90B8F0BF6F55}" type="pres">
      <dgm:prSet presAssocID="{8EF21AB8-2E16-4C10-A54E-30427FA9E3A5}" presName="spaceBetweenRectangles" presStyleCnt="0"/>
      <dgm:spPr/>
    </dgm:pt>
    <dgm:pt modelId="{E0DCB6D3-B949-4801-9815-F40310D05859}" type="pres">
      <dgm:prSet presAssocID="{BD0CB3EC-FEAD-4B81-8AEC-F21A7A06C68A}" presName="parentLin" presStyleCnt="0"/>
      <dgm:spPr/>
    </dgm:pt>
    <dgm:pt modelId="{A570BD69-168F-4BF1-8195-21DD2D203262}" type="pres">
      <dgm:prSet presAssocID="{BD0CB3EC-FEAD-4B81-8AEC-F21A7A06C68A}" presName="parentLeftMargin" presStyleCnt="0"/>
      <dgm:spPr/>
    </dgm:pt>
    <dgm:pt modelId="{92B42A42-1A9B-4EE5-9BB4-60D955E1E1A4}" type="pres">
      <dgm:prSet presAssocID="{BD0CB3EC-FEAD-4B81-8AEC-F21A7A06C68A}" presName="parentText" presStyleLbl="node1" presStyleIdx="4" presStyleCnt="5">
        <dgm:presLayoutVars>
          <dgm:chMax val="0"/>
          <dgm:bulletEnabled val="1"/>
        </dgm:presLayoutVars>
      </dgm:prSet>
      <dgm:spPr/>
    </dgm:pt>
    <dgm:pt modelId="{4981F7AB-3331-47C6-9C62-229200FFF82A}" type="pres">
      <dgm:prSet presAssocID="{BD0CB3EC-FEAD-4B81-8AEC-F21A7A06C68A}" presName="negativeSpace" presStyleCnt="0"/>
      <dgm:spPr/>
    </dgm:pt>
    <dgm:pt modelId="{65406A9E-4F1A-4BDF-A06D-623187F61451}" type="pres">
      <dgm:prSet presAssocID="{BD0CB3EC-FEAD-4B81-8AEC-F21A7A06C68A}" presName="childText" presStyleLbl="conFgAcc1" presStyleIdx="4" presStyleCnt="5">
        <dgm:presLayoutVars>
          <dgm:bulletEnabled val="1"/>
        </dgm:presLayoutVars>
      </dgm:prSet>
      <dgm:spPr/>
    </dgm:pt>
  </dgm:ptLst>
  <dgm:cxnLst>
    <dgm:cxn modelId="{0E82F9B7-31AA-4E33-9652-8E2596223BFA}" srcId="{8B42C5DF-0743-4C88-B414-84091E999678}" destId="{186CF643-4DC1-4EEF-8DFE-F197F1B20272}" srcOrd="0" destOrd="0" parTransId="{AF8755B5-FD03-439F-B915-876648878AD0}" sibTransId="{F6A9DBC6-EA9B-4587-8271-F9E2DD6694FE}"/>
    <dgm:cxn modelId="{B732D742-CE4B-4107-B85C-18B2175A4DEE}" srcId="{8B42C5DF-0743-4C88-B414-84091E999678}" destId="{2579489A-6BAC-4B3E-9EE5-C625B0F95046}" srcOrd="1" destOrd="0" parTransId="{42CF1665-5FB4-43F3-BDDE-3142842EDF27}" sibTransId="{D7EB8CDE-1A6A-4494-8EEB-3030501B375F}"/>
    <dgm:cxn modelId="{8EFAB599-3F4E-4207-82B7-74C908528D59}" srcId="{8B42C5DF-0743-4C88-B414-84091E999678}" destId="{EC3897D6-6D9F-4C7E-B70A-3EC0F5FEF2EC}" srcOrd="2" destOrd="0" parTransId="{00223600-F40B-43A3-9461-C08BE7A3FF77}" sibTransId="{AEBC94F5-69A4-4EA2-8882-140910C10AB5}"/>
    <dgm:cxn modelId="{21CF4E26-C404-44FF-BFDE-D4D82901CDC7}" srcId="{8B42C5DF-0743-4C88-B414-84091E999678}" destId="{56AF9B9A-D8EA-4260-A38E-04FA15CED70D}" srcOrd="3" destOrd="0" parTransId="{FD58591A-D5D9-41B3-ACBA-28524C372895}" sibTransId="{8EF21AB8-2E16-4C10-A54E-30427FA9E3A5}"/>
    <dgm:cxn modelId="{ED8F5BFF-A162-4C70-A8FD-7069AC794124}" srcId="{8B42C5DF-0743-4C88-B414-84091E999678}" destId="{BD0CB3EC-FEAD-4B81-8AEC-F21A7A06C68A}" srcOrd="4" destOrd="0" parTransId="{3C8D913C-650C-4B6A-892D-78FFB6627C18}" sibTransId="{483CA276-29AF-4243-B8BC-D6E0FD63AFE6}"/>
    <dgm:cxn modelId="{0110BFDD-CB70-44EF-972E-C3C0671EA1C4}" type="presOf" srcId="{8B42C5DF-0743-4C88-B414-84091E999678}" destId="{D25ED090-5A75-403A-9EC5-BC318B245AD0}" srcOrd="0" destOrd="0" presId="urn:microsoft.com/office/officeart/2005/8/layout/list1"/>
    <dgm:cxn modelId="{D02FED2B-D3B2-440E-BF6F-50E99B27D928}" type="presParOf" srcId="{D25ED090-5A75-403A-9EC5-BC318B245AD0}" destId="{B39F5A98-97E2-4655-B798-95CFB81B927B}" srcOrd="0" destOrd="0" presId="urn:microsoft.com/office/officeart/2005/8/layout/list1"/>
    <dgm:cxn modelId="{52FFF70C-B451-49ED-BE34-6B2C31EB000D}" type="presParOf" srcId="{B39F5A98-97E2-4655-B798-95CFB81B927B}" destId="{CA337BB7-A492-4FEB-851D-1C9685783403}" srcOrd="0" destOrd="0" presId="urn:microsoft.com/office/officeart/2005/8/layout/list1"/>
    <dgm:cxn modelId="{8774C4FD-099A-467D-8915-E9DF3793EBC9}" type="presOf" srcId="{186CF643-4DC1-4EEF-8DFE-F197F1B20272}" destId="{CA337BB7-A492-4FEB-851D-1C9685783403}" srcOrd="0" destOrd="0" presId="urn:microsoft.com/office/officeart/2005/8/layout/list1"/>
    <dgm:cxn modelId="{6401FA14-D067-4FB2-9988-11D652F8B204}" type="presParOf" srcId="{B39F5A98-97E2-4655-B798-95CFB81B927B}" destId="{4419DDB3-3126-4C49-AB61-570A6B6F180A}" srcOrd="1" destOrd="0" presId="urn:microsoft.com/office/officeart/2005/8/layout/list1"/>
    <dgm:cxn modelId="{DC48BB30-C48F-44B5-9983-32B44B6FDC96}" type="presOf" srcId="{186CF643-4DC1-4EEF-8DFE-F197F1B20272}" destId="{4419DDB3-3126-4C49-AB61-570A6B6F180A}" srcOrd="0" destOrd="0" presId="urn:microsoft.com/office/officeart/2005/8/layout/list1"/>
    <dgm:cxn modelId="{4536AB4B-8A23-4CA6-8C7C-B32CAB23B5F8}" type="presParOf" srcId="{D25ED090-5A75-403A-9EC5-BC318B245AD0}" destId="{3F227BBD-F8E4-46C2-ADE0-B4B9953BC1B3}" srcOrd="1" destOrd="0" presId="urn:microsoft.com/office/officeart/2005/8/layout/list1"/>
    <dgm:cxn modelId="{E4BDA11F-C672-48A8-AFAA-AACF933568FF}" type="presParOf" srcId="{D25ED090-5A75-403A-9EC5-BC318B245AD0}" destId="{CA4C5EB9-05DB-4E5A-A6F5-6BAD769A3600}" srcOrd="2" destOrd="0" presId="urn:microsoft.com/office/officeart/2005/8/layout/list1"/>
    <dgm:cxn modelId="{DCE49DFF-57CC-4319-BA2D-86EB41DDD553}" type="presParOf" srcId="{D25ED090-5A75-403A-9EC5-BC318B245AD0}" destId="{DA1F1271-996E-4207-B34A-7D5F96F745C4}" srcOrd="3" destOrd="0" presId="urn:microsoft.com/office/officeart/2005/8/layout/list1"/>
    <dgm:cxn modelId="{120F3564-4A95-4E80-9D98-95DD0D3D95F4}" type="presParOf" srcId="{D25ED090-5A75-403A-9EC5-BC318B245AD0}" destId="{C28CC11F-E16D-4D5B-A365-B16C48A2E2CD}" srcOrd="4" destOrd="0" presId="urn:microsoft.com/office/officeart/2005/8/layout/list1"/>
    <dgm:cxn modelId="{B2325D25-1259-40CF-9BB5-697302ACF894}" type="presParOf" srcId="{C28CC11F-E16D-4D5B-A365-B16C48A2E2CD}" destId="{901C6F9C-0FE1-44AE-BC45-9445B54406B8}" srcOrd="0" destOrd="4" presId="urn:microsoft.com/office/officeart/2005/8/layout/list1"/>
    <dgm:cxn modelId="{33DFDD59-BD29-4C35-B639-F1F6120D5322}" type="presOf" srcId="{2579489A-6BAC-4B3E-9EE5-C625B0F95046}" destId="{901C6F9C-0FE1-44AE-BC45-9445B54406B8}" srcOrd="0" destOrd="0" presId="urn:microsoft.com/office/officeart/2005/8/layout/list1"/>
    <dgm:cxn modelId="{E6296D35-BA12-4664-A0CC-69E3C6F19B12}" type="presParOf" srcId="{C28CC11F-E16D-4D5B-A365-B16C48A2E2CD}" destId="{FE587C6D-F249-4694-ABB7-F7BDEF0FDC49}" srcOrd="1" destOrd="4" presId="urn:microsoft.com/office/officeart/2005/8/layout/list1"/>
    <dgm:cxn modelId="{27C4F9E4-A910-4536-864C-159741BA0052}" type="presOf" srcId="{2579489A-6BAC-4B3E-9EE5-C625B0F95046}" destId="{FE587C6D-F249-4694-ABB7-F7BDEF0FDC49}" srcOrd="0" destOrd="0" presId="urn:microsoft.com/office/officeart/2005/8/layout/list1"/>
    <dgm:cxn modelId="{4E44DE96-351B-4D76-9ECA-875D3A066FC2}" type="presParOf" srcId="{D25ED090-5A75-403A-9EC5-BC318B245AD0}" destId="{A5CE2B13-4371-45FF-8243-2F8EED76D0C3}" srcOrd="5" destOrd="0" presId="urn:microsoft.com/office/officeart/2005/8/layout/list1"/>
    <dgm:cxn modelId="{D5FF5B4A-7AA9-488C-BF47-A438460BB1A6}" type="presParOf" srcId="{D25ED090-5A75-403A-9EC5-BC318B245AD0}" destId="{56E04EA5-C854-421C-80C3-DEE78FF9DEA3}" srcOrd="6" destOrd="0" presId="urn:microsoft.com/office/officeart/2005/8/layout/list1"/>
    <dgm:cxn modelId="{B5C1A9BC-1647-44AD-A40A-B6BCA4D9C2CA}" type="presParOf" srcId="{D25ED090-5A75-403A-9EC5-BC318B245AD0}" destId="{3CF4A8D6-3AE5-4E25-8E8E-0BD76810452A}" srcOrd="7" destOrd="0" presId="urn:microsoft.com/office/officeart/2005/8/layout/list1"/>
    <dgm:cxn modelId="{0DF611A5-DB24-41CD-8F73-BA0DFD3E0D81}" type="presParOf" srcId="{D25ED090-5A75-403A-9EC5-BC318B245AD0}" destId="{A1B193EF-EF47-440E-8B1F-3E6456E941B5}" srcOrd="8" destOrd="0" presId="urn:microsoft.com/office/officeart/2005/8/layout/list1"/>
    <dgm:cxn modelId="{8DA94452-5129-4FFF-A89D-CD47CA9639EA}" type="presParOf" srcId="{A1B193EF-EF47-440E-8B1F-3E6456E941B5}" destId="{9C4E317B-39B1-456C-B7D3-333C9FEB94FB}" srcOrd="0" destOrd="8" presId="urn:microsoft.com/office/officeart/2005/8/layout/list1"/>
    <dgm:cxn modelId="{C179DEDF-F38C-457B-BB82-A3394619D396}" type="presOf" srcId="{EC3897D6-6D9F-4C7E-B70A-3EC0F5FEF2EC}" destId="{9C4E317B-39B1-456C-B7D3-333C9FEB94FB}" srcOrd="0" destOrd="0" presId="urn:microsoft.com/office/officeart/2005/8/layout/list1"/>
    <dgm:cxn modelId="{5E08863D-76D2-4BDD-9B57-D3222B3F8BB7}" type="presParOf" srcId="{A1B193EF-EF47-440E-8B1F-3E6456E941B5}" destId="{12F9DD84-7396-42DD-BAE8-B1A5641B00F2}" srcOrd="1" destOrd="8" presId="urn:microsoft.com/office/officeart/2005/8/layout/list1"/>
    <dgm:cxn modelId="{BB977C92-B4E8-4BF2-A0AE-10F680809631}" type="presOf" srcId="{EC3897D6-6D9F-4C7E-B70A-3EC0F5FEF2EC}" destId="{12F9DD84-7396-42DD-BAE8-B1A5641B00F2}" srcOrd="0" destOrd="0" presId="urn:microsoft.com/office/officeart/2005/8/layout/list1"/>
    <dgm:cxn modelId="{BCCB8DCB-7326-40F3-8C86-E844EA966B98}" type="presParOf" srcId="{D25ED090-5A75-403A-9EC5-BC318B245AD0}" destId="{F5106923-37F0-4FA5-AFE9-6A682CD8C5FF}" srcOrd="9" destOrd="0" presId="urn:microsoft.com/office/officeart/2005/8/layout/list1"/>
    <dgm:cxn modelId="{82BA6E54-CACF-4B74-89B6-57C55F1C65FC}" type="presParOf" srcId="{D25ED090-5A75-403A-9EC5-BC318B245AD0}" destId="{4BF5AAE8-0123-4739-ABAF-CB5FEE57FCE3}" srcOrd="10" destOrd="0" presId="urn:microsoft.com/office/officeart/2005/8/layout/list1"/>
    <dgm:cxn modelId="{035D0855-F8E3-4920-9B15-821CB80DC326}" type="presParOf" srcId="{D25ED090-5A75-403A-9EC5-BC318B245AD0}" destId="{3C3EFDDE-32E9-4873-977A-A44AF9288D1A}" srcOrd="11" destOrd="0" presId="urn:microsoft.com/office/officeart/2005/8/layout/list1"/>
    <dgm:cxn modelId="{01D3A915-2547-40C7-83C4-2F0EE5DA0BB1}" type="presParOf" srcId="{D25ED090-5A75-403A-9EC5-BC318B245AD0}" destId="{B1EC0E48-3C55-4CFB-92E0-83625DBBAB0A}" srcOrd="12" destOrd="0" presId="urn:microsoft.com/office/officeart/2005/8/layout/list1"/>
    <dgm:cxn modelId="{1F58DAB5-5B67-40D6-8075-D7FC265D73C3}" type="presParOf" srcId="{B1EC0E48-3C55-4CFB-92E0-83625DBBAB0A}" destId="{ED503529-3914-41EC-BFD1-05D49FEE5D3F}" srcOrd="0" destOrd="12" presId="urn:microsoft.com/office/officeart/2005/8/layout/list1"/>
    <dgm:cxn modelId="{98A9506F-F3FA-4323-BC64-076FED1956C1}" type="presOf" srcId="{56AF9B9A-D8EA-4260-A38E-04FA15CED70D}" destId="{ED503529-3914-41EC-BFD1-05D49FEE5D3F}" srcOrd="0" destOrd="0" presId="urn:microsoft.com/office/officeart/2005/8/layout/list1"/>
    <dgm:cxn modelId="{81524AAE-ABB6-4F01-8956-F3B4C6E4ACC7}" type="presParOf" srcId="{B1EC0E48-3C55-4CFB-92E0-83625DBBAB0A}" destId="{570AF0BA-7473-4B6F-8937-2BC400BF68A0}" srcOrd="1" destOrd="12" presId="urn:microsoft.com/office/officeart/2005/8/layout/list1"/>
    <dgm:cxn modelId="{C3D91339-0725-419D-A330-27740BA87DF9}" type="presOf" srcId="{56AF9B9A-D8EA-4260-A38E-04FA15CED70D}" destId="{570AF0BA-7473-4B6F-8937-2BC400BF68A0}" srcOrd="0" destOrd="0" presId="urn:microsoft.com/office/officeart/2005/8/layout/list1"/>
    <dgm:cxn modelId="{02B7C62D-6EF1-476D-9C78-26D83C60AD19}" type="presParOf" srcId="{D25ED090-5A75-403A-9EC5-BC318B245AD0}" destId="{C26E1D44-50E5-44AE-85F5-028824D887D7}" srcOrd="13" destOrd="0" presId="urn:microsoft.com/office/officeart/2005/8/layout/list1"/>
    <dgm:cxn modelId="{D4B1053D-6798-4FDB-B650-D57E0D29096F}" type="presParOf" srcId="{D25ED090-5A75-403A-9EC5-BC318B245AD0}" destId="{4051EE48-E608-4F06-B37A-BCB90084C148}" srcOrd="14" destOrd="0" presId="urn:microsoft.com/office/officeart/2005/8/layout/list1"/>
    <dgm:cxn modelId="{C8E9C4E7-1A52-4F95-9E90-5B7F75A423A7}" type="presParOf" srcId="{D25ED090-5A75-403A-9EC5-BC318B245AD0}" destId="{CC03C551-7050-4557-91B8-90B8F0BF6F55}" srcOrd="15" destOrd="0" presId="urn:microsoft.com/office/officeart/2005/8/layout/list1"/>
    <dgm:cxn modelId="{B56A1E8D-D5BB-4914-B963-64E544B973ED}" type="presParOf" srcId="{D25ED090-5A75-403A-9EC5-BC318B245AD0}" destId="{E0DCB6D3-B949-4801-9815-F40310D05859}" srcOrd="16" destOrd="0" presId="urn:microsoft.com/office/officeart/2005/8/layout/list1"/>
    <dgm:cxn modelId="{BD0E1C5E-F3CB-4FE1-9843-DFA143AE0CD2}" type="presParOf" srcId="{E0DCB6D3-B949-4801-9815-F40310D05859}" destId="{A570BD69-168F-4BF1-8195-21DD2D203262}" srcOrd="0" destOrd="16" presId="urn:microsoft.com/office/officeart/2005/8/layout/list1"/>
    <dgm:cxn modelId="{1E7B2C44-1BEC-4A09-B4A9-19C076ED48A1}" type="presOf" srcId="{BD0CB3EC-FEAD-4B81-8AEC-F21A7A06C68A}" destId="{A570BD69-168F-4BF1-8195-21DD2D203262}" srcOrd="0" destOrd="0" presId="urn:microsoft.com/office/officeart/2005/8/layout/list1"/>
    <dgm:cxn modelId="{B72CC9FE-0DB3-4501-AA39-DE4433989509}" type="presParOf" srcId="{E0DCB6D3-B949-4801-9815-F40310D05859}" destId="{92B42A42-1A9B-4EE5-9BB4-60D955E1E1A4}" srcOrd="1" destOrd="16" presId="urn:microsoft.com/office/officeart/2005/8/layout/list1"/>
    <dgm:cxn modelId="{3365EF71-C835-4F18-BCFD-EF0AC4478540}" type="presOf" srcId="{BD0CB3EC-FEAD-4B81-8AEC-F21A7A06C68A}" destId="{92B42A42-1A9B-4EE5-9BB4-60D955E1E1A4}" srcOrd="0" destOrd="0" presId="urn:microsoft.com/office/officeart/2005/8/layout/list1"/>
    <dgm:cxn modelId="{100B2FCF-7020-451D-9DFD-B5EFBBFBC3F5}" type="presParOf" srcId="{D25ED090-5A75-403A-9EC5-BC318B245AD0}" destId="{4981F7AB-3331-47C6-9C62-229200FFF82A}" srcOrd="17" destOrd="0" presId="urn:microsoft.com/office/officeart/2005/8/layout/list1"/>
    <dgm:cxn modelId="{6F5006FA-751B-4871-94EB-E1C0C98F07D5}" type="presParOf" srcId="{D25ED090-5A75-403A-9EC5-BC318B245AD0}" destId="{65406A9E-4F1A-4BDF-A06D-623187F61451}"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87B1DE-A91D-469E-AD48-A425DDE4187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83E24F9-96C8-4039-95E8-7C35D49DEF40}">
      <dgm:prSet/>
      <dgm:spPr/>
      <dgm:t>
        <a:bodyPr/>
        <a:lstStyle/>
        <a:p>
          <a:r>
            <a:rPr lang="en-US"/>
            <a:t>Allows sharing of files and folders. </a:t>
          </a:r>
        </a:p>
      </dgm:t>
    </dgm:pt>
    <dgm:pt modelId="{E8CD401E-0224-46E6-A594-F84623EA3B18}" cxnId="{B29C8D49-26AC-46EB-BAA5-A6253AAFE1C8}" type="parTrans">
      <dgm:prSet/>
      <dgm:spPr/>
      <dgm:t>
        <a:bodyPr/>
        <a:lstStyle/>
        <a:p>
          <a:endParaRPr lang="en-US"/>
        </a:p>
      </dgm:t>
    </dgm:pt>
    <dgm:pt modelId="{388814EC-8334-4AF2-99DB-BA3FF5C880AA}" cxnId="{B29C8D49-26AC-46EB-BAA5-A6253AAFE1C8}" type="sibTrans">
      <dgm:prSet/>
      <dgm:spPr/>
      <dgm:t>
        <a:bodyPr/>
        <a:lstStyle/>
        <a:p>
          <a:endParaRPr lang="en-US"/>
        </a:p>
      </dgm:t>
    </dgm:pt>
    <dgm:pt modelId="{AD763E2F-DC44-47E5-8463-ADC332699358}">
      <dgm:prSet/>
      <dgm:spPr/>
      <dgm:t>
        <a:bodyPr/>
        <a:lstStyle/>
        <a:p>
          <a:r>
            <a:rPr lang="en-US"/>
            <a:t>Multiple users or locations can link to the same file.</a:t>
          </a:r>
        </a:p>
      </dgm:t>
    </dgm:pt>
    <dgm:pt modelId="{7AA110F1-C228-4FAD-A6F1-24EFDFF97201}" cxnId="{33ED0B30-9657-40BA-936D-248AC081B777}" type="parTrans">
      <dgm:prSet/>
      <dgm:spPr/>
      <dgm:t>
        <a:bodyPr/>
        <a:lstStyle/>
        <a:p>
          <a:endParaRPr lang="en-US"/>
        </a:p>
      </dgm:t>
    </dgm:pt>
    <dgm:pt modelId="{3253F5F8-1F56-4175-B500-5606EB8DE8E1}" cxnId="{33ED0B30-9657-40BA-936D-248AC081B777}" type="sibTrans">
      <dgm:prSet/>
      <dgm:spPr/>
      <dgm:t>
        <a:bodyPr/>
        <a:lstStyle/>
        <a:p>
          <a:endParaRPr lang="en-US"/>
        </a:p>
      </dgm:t>
    </dgm:pt>
    <dgm:pt modelId="{6CB318B1-05C7-4EE1-8D89-1F027EE66C3B}">
      <dgm:prSet/>
      <dgm:spPr/>
      <dgm:t>
        <a:bodyPr/>
        <a:lstStyle/>
        <a:p>
          <a:r>
            <a:rPr lang="en-US"/>
            <a:t>No cycles allowed, to prevent endless loops.</a:t>
          </a:r>
        </a:p>
      </dgm:t>
    </dgm:pt>
    <dgm:pt modelId="{EE99794A-4D8F-4F0C-B801-096EEA9A4BEC}" cxnId="{E654E1E8-3146-45F4-8AA0-C15D288F12ED}" type="parTrans">
      <dgm:prSet/>
      <dgm:spPr/>
      <dgm:t>
        <a:bodyPr/>
        <a:lstStyle/>
        <a:p>
          <a:endParaRPr lang="en-US"/>
        </a:p>
      </dgm:t>
    </dgm:pt>
    <dgm:pt modelId="{1FA6B0DA-5713-434E-9E6A-8CA611D052B1}" cxnId="{E654E1E8-3146-45F4-8AA0-C15D288F12ED}" type="sibTrans">
      <dgm:prSet/>
      <dgm:spPr/>
      <dgm:t>
        <a:bodyPr/>
        <a:lstStyle/>
        <a:p>
          <a:endParaRPr lang="en-US"/>
        </a:p>
      </dgm:t>
    </dgm:pt>
    <dgm:pt modelId="{306F3115-C319-4A4A-950A-2B03439B6A9F}">
      <dgm:prSet/>
      <dgm:spPr/>
      <dgm:t>
        <a:bodyPr/>
        <a:lstStyle/>
        <a:p>
          <a:r>
            <a:rPr lang="en-US"/>
            <a:t>*Example:*File "project.docx" appears in both /home/ali/work and /home/team/shared using links.</a:t>
          </a:r>
        </a:p>
      </dgm:t>
    </dgm:pt>
    <dgm:pt modelId="{D70B1009-8550-438F-92E9-163EB663953D}" cxnId="{616B7C02-9262-44DB-9DFD-2BA73669189C}" type="parTrans">
      <dgm:prSet/>
      <dgm:spPr/>
      <dgm:t>
        <a:bodyPr/>
        <a:lstStyle/>
        <a:p>
          <a:endParaRPr lang="en-US"/>
        </a:p>
      </dgm:t>
    </dgm:pt>
    <dgm:pt modelId="{99D14A81-A86F-4C23-888F-9FF58F203A39}" cxnId="{616B7C02-9262-44DB-9DFD-2BA73669189C}" type="sibTrans">
      <dgm:prSet/>
      <dgm:spPr/>
      <dgm:t>
        <a:bodyPr/>
        <a:lstStyle/>
        <a:p>
          <a:endParaRPr lang="en-US"/>
        </a:p>
      </dgm:t>
    </dgm:pt>
    <dgm:pt modelId="{80FD3EEA-80FB-41C4-906E-1C34D5EDB6EC}">
      <dgm:prSet/>
      <dgm:spPr/>
      <dgm:t>
        <a:bodyPr/>
        <a:lstStyle/>
        <a:p>
          <a:r>
            <a:rPr lang="en-US"/>
            <a:t>This structure supports teamwork. A single file can be accessed by different users from different places.</a:t>
          </a:r>
        </a:p>
      </dgm:t>
    </dgm:pt>
    <dgm:pt modelId="{8015F42E-92A2-43F5-A78F-A857377F0918}" cxnId="{9B4F670F-1242-4F6B-ADBB-FF8C45A3494D}" type="parTrans">
      <dgm:prSet/>
      <dgm:spPr/>
      <dgm:t>
        <a:bodyPr/>
        <a:lstStyle/>
        <a:p>
          <a:endParaRPr lang="en-US"/>
        </a:p>
      </dgm:t>
    </dgm:pt>
    <dgm:pt modelId="{C3BA803B-834E-4103-9637-2DC4351DE263}" cxnId="{9B4F670F-1242-4F6B-ADBB-FF8C45A3494D}" type="sibTrans">
      <dgm:prSet/>
      <dgm:spPr/>
      <dgm:t>
        <a:bodyPr/>
        <a:lstStyle/>
        <a:p>
          <a:endParaRPr lang="en-US"/>
        </a:p>
      </dgm:t>
    </dgm:pt>
    <dgm:pt modelId="{C735505D-1400-4306-9CBA-67527B4B06BF}" type="pres">
      <dgm:prSet presAssocID="{7887B1DE-A91D-469E-AD48-A425DDE41877}" presName="root" presStyleCnt="0">
        <dgm:presLayoutVars>
          <dgm:dir/>
          <dgm:resizeHandles val="exact"/>
        </dgm:presLayoutVars>
      </dgm:prSet>
      <dgm:spPr/>
    </dgm:pt>
    <dgm:pt modelId="{7AC944D5-B601-4A9B-A41B-83A78EA05C81}" type="pres">
      <dgm:prSet presAssocID="{A83E24F9-96C8-4039-95E8-7C35D49DEF40}" presName="compNode" presStyleCnt="0"/>
      <dgm:spPr/>
    </dgm:pt>
    <dgm:pt modelId="{DB9AA6C3-7B4A-4A30-A6FD-3336EF767194}" type="pres">
      <dgm:prSet presAssocID="{A83E24F9-96C8-4039-95E8-7C35D49DEF40}" presName="bgRect" presStyleLbl="bgShp" presStyleIdx="0" presStyleCnt="5"/>
      <dgm:spPr/>
    </dgm:pt>
    <dgm:pt modelId="{5EBFC9A6-ADBD-4864-9935-9372F880489D}" type="pres">
      <dgm:prSet presAssocID="{A83E24F9-96C8-4039-95E8-7C35D49DEF4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7F3F63C8-E29C-441A-875D-FF4C78E5C02E}" type="pres">
      <dgm:prSet presAssocID="{A83E24F9-96C8-4039-95E8-7C35D49DEF40}" presName="spaceRect" presStyleCnt="0"/>
      <dgm:spPr/>
    </dgm:pt>
    <dgm:pt modelId="{CCD9AB9A-DEBC-466B-B666-88215D59900C}" type="pres">
      <dgm:prSet presAssocID="{A83E24F9-96C8-4039-95E8-7C35D49DEF40}" presName="parTx" presStyleLbl="revTx" presStyleIdx="0" presStyleCnt="5">
        <dgm:presLayoutVars>
          <dgm:chMax val="0"/>
          <dgm:chPref val="0"/>
        </dgm:presLayoutVars>
      </dgm:prSet>
      <dgm:spPr/>
    </dgm:pt>
    <dgm:pt modelId="{122EEFD1-392E-4F75-8B50-06C53913CED6}" type="pres">
      <dgm:prSet presAssocID="{388814EC-8334-4AF2-99DB-BA3FF5C880AA}" presName="sibTrans" presStyleCnt="0"/>
      <dgm:spPr/>
    </dgm:pt>
    <dgm:pt modelId="{1672EA36-2C1A-4643-8780-076EC4315CA8}" type="pres">
      <dgm:prSet presAssocID="{AD763E2F-DC44-47E5-8463-ADC332699358}" presName="compNode" presStyleCnt="0"/>
      <dgm:spPr/>
    </dgm:pt>
    <dgm:pt modelId="{61A35792-4668-49FB-ADB0-72611C0119F8}" type="pres">
      <dgm:prSet presAssocID="{AD763E2F-DC44-47E5-8463-ADC332699358}" presName="bgRect" presStyleLbl="bgShp" presStyleIdx="1" presStyleCnt="5"/>
      <dgm:spPr/>
    </dgm:pt>
    <dgm:pt modelId="{F5C1A82B-FAD1-481A-BE3F-C260E3A8447C}" type="pres">
      <dgm:prSet presAssocID="{AD763E2F-DC44-47E5-8463-ADC33269935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F98C3657-3913-4B3D-A0CA-48E38F994616}" type="pres">
      <dgm:prSet presAssocID="{AD763E2F-DC44-47E5-8463-ADC332699358}" presName="spaceRect" presStyleCnt="0"/>
      <dgm:spPr/>
    </dgm:pt>
    <dgm:pt modelId="{529FD93A-CE38-46B9-8B77-8C63908AB76D}" type="pres">
      <dgm:prSet presAssocID="{AD763E2F-DC44-47E5-8463-ADC332699358}" presName="parTx" presStyleLbl="revTx" presStyleIdx="1" presStyleCnt="5">
        <dgm:presLayoutVars>
          <dgm:chMax val="0"/>
          <dgm:chPref val="0"/>
        </dgm:presLayoutVars>
      </dgm:prSet>
      <dgm:spPr/>
    </dgm:pt>
    <dgm:pt modelId="{2B4E29F7-010E-4DBB-8249-656C32C0DEFC}" type="pres">
      <dgm:prSet presAssocID="{3253F5F8-1F56-4175-B500-5606EB8DE8E1}" presName="sibTrans" presStyleCnt="0"/>
      <dgm:spPr/>
    </dgm:pt>
    <dgm:pt modelId="{1D6519DA-EF79-40BF-AB32-902326D65AB2}" type="pres">
      <dgm:prSet presAssocID="{6CB318B1-05C7-4EE1-8D89-1F027EE66C3B}" presName="compNode" presStyleCnt="0"/>
      <dgm:spPr/>
    </dgm:pt>
    <dgm:pt modelId="{5116E956-70BA-49E1-957D-32F0C5DCDEB7}" type="pres">
      <dgm:prSet presAssocID="{6CB318B1-05C7-4EE1-8D89-1F027EE66C3B}" presName="bgRect" presStyleLbl="bgShp" presStyleIdx="2" presStyleCnt="5"/>
      <dgm:spPr/>
    </dgm:pt>
    <dgm:pt modelId="{609910C4-6AA0-463B-BD03-4B49C3A950F5}" type="pres">
      <dgm:prSet presAssocID="{6CB318B1-05C7-4EE1-8D89-1F027EE66C3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758AB678-7061-47AA-8407-92935B9EEC71}" type="pres">
      <dgm:prSet presAssocID="{6CB318B1-05C7-4EE1-8D89-1F027EE66C3B}" presName="spaceRect" presStyleCnt="0"/>
      <dgm:spPr/>
    </dgm:pt>
    <dgm:pt modelId="{47E25654-011D-4460-ACF3-39017F2D4F5D}" type="pres">
      <dgm:prSet presAssocID="{6CB318B1-05C7-4EE1-8D89-1F027EE66C3B}" presName="parTx" presStyleLbl="revTx" presStyleIdx="2" presStyleCnt="5">
        <dgm:presLayoutVars>
          <dgm:chMax val="0"/>
          <dgm:chPref val="0"/>
        </dgm:presLayoutVars>
      </dgm:prSet>
      <dgm:spPr/>
    </dgm:pt>
    <dgm:pt modelId="{D220A12F-81E9-4BD0-B76C-6C83E875C6AA}" type="pres">
      <dgm:prSet presAssocID="{1FA6B0DA-5713-434E-9E6A-8CA611D052B1}" presName="sibTrans" presStyleCnt="0"/>
      <dgm:spPr/>
    </dgm:pt>
    <dgm:pt modelId="{2ADC6911-8E17-4956-98CB-D2D7929CE689}" type="pres">
      <dgm:prSet presAssocID="{306F3115-C319-4A4A-950A-2B03439B6A9F}" presName="compNode" presStyleCnt="0"/>
      <dgm:spPr/>
    </dgm:pt>
    <dgm:pt modelId="{9BABDC50-08FC-45D5-B66C-4A5A7027652A}" type="pres">
      <dgm:prSet presAssocID="{306F3115-C319-4A4A-950A-2B03439B6A9F}" presName="bgRect" presStyleLbl="bgShp" presStyleIdx="3" presStyleCnt="5"/>
      <dgm:spPr/>
    </dgm:pt>
    <dgm:pt modelId="{E9248C64-35A0-4630-B5AC-7953EA1A1F75}" type="pres">
      <dgm:prSet presAssocID="{306F3115-C319-4A4A-950A-2B03439B6A9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pt>
    <dgm:pt modelId="{35CC53A1-8AEB-4684-8C71-DD2F2574E2AF}" type="pres">
      <dgm:prSet presAssocID="{306F3115-C319-4A4A-950A-2B03439B6A9F}" presName="spaceRect" presStyleCnt="0"/>
      <dgm:spPr/>
    </dgm:pt>
    <dgm:pt modelId="{6ACA4720-34D3-439C-8575-C9D089B2C1BC}" type="pres">
      <dgm:prSet presAssocID="{306F3115-C319-4A4A-950A-2B03439B6A9F}" presName="parTx" presStyleLbl="revTx" presStyleIdx="3" presStyleCnt="5">
        <dgm:presLayoutVars>
          <dgm:chMax val="0"/>
          <dgm:chPref val="0"/>
        </dgm:presLayoutVars>
      </dgm:prSet>
      <dgm:spPr/>
    </dgm:pt>
    <dgm:pt modelId="{71A500AC-A2E6-48D9-9D20-1149173F4C2D}" type="pres">
      <dgm:prSet presAssocID="{99D14A81-A86F-4C23-888F-9FF58F203A39}" presName="sibTrans" presStyleCnt="0"/>
      <dgm:spPr/>
    </dgm:pt>
    <dgm:pt modelId="{C64E074E-9B3B-455B-A9DC-9E41D660374C}" type="pres">
      <dgm:prSet presAssocID="{80FD3EEA-80FB-41C4-906E-1C34D5EDB6EC}" presName="compNode" presStyleCnt="0"/>
      <dgm:spPr/>
    </dgm:pt>
    <dgm:pt modelId="{EF0E4264-EC7B-4F86-8341-B80033BD05E1}" type="pres">
      <dgm:prSet presAssocID="{80FD3EEA-80FB-41C4-906E-1C34D5EDB6EC}" presName="bgRect" presStyleLbl="bgShp" presStyleIdx="4" presStyleCnt="5"/>
      <dgm:spPr/>
    </dgm:pt>
    <dgm:pt modelId="{3D013619-56B1-4CFB-85BB-4B118178F1B8}" type="pres">
      <dgm:prSet presAssocID="{80FD3EEA-80FB-41C4-906E-1C34D5EDB6E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pt>
    <dgm:pt modelId="{24D254ED-8E75-4B69-A800-EB21A27F4AC4}" type="pres">
      <dgm:prSet presAssocID="{80FD3EEA-80FB-41C4-906E-1C34D5EDB6EC}" presName="spaceRect" presStyleCnt="0"/>
      <dgm:spPr/>
    </dgm:pt>
    <dgm:pt modelId="{138D5963-0818-4CDF-BF4F-2E43121CC96F}" type="pres">
      <dgm:prSet presAssocID="{80FD3EEA-80FB-41C4-906E-1C34D5EDB6EC}" presName="parTx" presStyleLbl="revTx" presStyleIdx="4" presStyleCnt="5">
        <dgm:presLayoutVars>
          <dgm:chMax val="0"/>
          <dgm:chPref val="0"/>
        </dgm:presLayoutVars>
      </dgm:prSet>
      <dgm:spPr/>
    </dgm:pt>
  </dgm:ptLst>
  <dgm:cxnLst>
    <dgm:cxn modelId="{616B7C02-9262-44DB-9DFD-2BA73669189C}" srcId="{7887B1DE-A91D-469E-AD48-A425DDE41877}" destId="{306F3115-C319-4A4A-950A-2B03439B6A9F}" srcOrd="3" destOrd="0" parTransId="{D70B1009-8550-438F-92E9-163EB663953D}" sibTransId="{99D14A81-A86F-4C23-888F-9FF58F203A39}"/>
    <dgm:cxn modelId="{9B4F670F-1242-4F6B-ADBB-FF8C45A3494D}" srcId="{7887B1DE-A91D-469E-AD48-A425DDE41877}" destId="{80FD3EEA-80FB-41C4-906E-1C34D5EDB6EC}" srcOrd="4" destOrd="0" parTransId="{8015F42E-92A2-43F5-A78F-A857377F0918}" sibTransId="{C3BA803B-834E-4103-9637-2DC4351DE263}"/>
    <dgm:cxn modelId="{5590DD25-401B-43F9-8230-6CDA9006C40C}" type="presOf" srcId="{80FD3EEA-80FB-41C4-906E-1C34D5EDB6EC}" destId="{138D5963-0818-4CDF-BF4F-2E43121CC96F}" srcOrd="0" destOrd="0" presId="urn:microsoft.com/office/officeart/2018/2/layout/IconVerticalSolidList"/>
    <dgm:cxn modelId="{33ED0B30-9657-40BA-936D-248AC081B777}" srcId="{7887B1DE-A91D-469E-AD48-A425DDE41877}" destId="{AD763E2F-DC44-47E5-8463-ADC332699358}" srcOrd="1" destOrd="0" parTransId="{7AA110F1-C228-4FAD-A6F1-24EFDFF97201}" sibTransId="{3253F5F8-1F56-4175-B500-5606EB8DE8E1}"/>
    <dgm:cxn modelId="{B29C8D49-26AC-46EB-BAA5-A6253AAFE1C8}" srcId="{7887B1DE-A91D-469E-AD48-A425DDE41877}" destId="{A83E24F9-96C8-4039-95E8-7C35D49DEF40}" srcOrd="0" destOrd="0" parTransId="{E8CD401E-0224-46E6-A594-F84623EA3B18}" sibTransId="{388814EC-8334-4AF2-99DB-BA3FF5C880AA}"/>
    <dgm:cxn modelId="{814CBF51-0B9B-4454-B32A-D38849AEE116}" type="presOf" srcId="{A83E24F9-96C8-4039-95E8-7C35D49DEF40}" destId="{CCD9AB9A-DEBC-466B-B666-88215D59900C}" srcOrd="0" destOrd="0" presId="urn:microsoft.com/office/officeart/2018/2/layout/IconVerticalSolidList"/>
    <dgm:cxn modelId="{C56F638E-A5BE-4D89-B2A8-E1CF1850B2F9}" type="presOf" srcId="{6CB318B1-05C7-4EE1-8D89-1F027EE66C3B}" destId="{47E25654-011D-4460-ACF3-39017F2D4F5D}" srcOrd="0" destOrd="0" presId="urn:microsoft.com/office/officeart/2018/2/layout/IconVerticalSolidList"/>
    <dgm:cxn modelId="{3AE6CBAF-E7FF-4EA9-A645-20178D28D947}" type="presOf" srcId="{7887B1DE-A91D-469E-AD48-A425DDE41877}" destId="{C735505D-1400-4306-9CBA-67527B4B06BF}" srcOrd="0" destOrd="0" presId="urn:microsoft.com/office/officeart/2018/2/layout/IconVerticalSolidList"/>
    <dgm:cxn modelId="{A2961DB5-FB78-4562-AE7F-4FBD9D5D8035}" type="presOf" srcId="{306F3115-C319-4A4A-950A-2B03439B6A9F}" destId="{6ACA4720-34D3-439C-8575-C9D089B2C1BC}" srcOrd="0" destOrd="0" presId="urn:microsoft.com/office/officeart/2018/2/layout/IconVerticalSolidList"/>
    <dgm:cxn modelId="{AA16B1CD-BA7C-4D65-B407-D21789FFEAAF}" type="presOf" srcId="{AD763E2F-DC44-47E5-8463-ADC332699358}" destId="{529FD93A-CE38-46B9-8B77-8C63908AB76D}" srcOrd="0" destOrd="0" presId="urn:microsoft.com/office/officeart/2018/2/layout/IconVerticalSolidList"/>
    <dgm:cxn modelId="{E654E1E8-3146-45F4-8AA0-C15D288F12ED}" srcId="{7887B1DE-A91D-469E-AD48-A425DDE41877}" destId="{6CB318B1-05C7-4EE1-8D89-1F027EE66C3B}" srcOrd="2" destOrd="0" parTransId="{EE99794A-4D8F-4F0C-B801-096EEA9A4BEC}" sibTransId="{1FA6B0DA-5713-434E-9E6A-8CA611D052B1}"/>
    <dgm:cxn modelId="{8FB4D773-6C68-4E3C-8A3A-7DB49C27B6E2}" type="presParOf" srcId="{C735505D-1400-4306-9CBA-67527B4B06BF}" destId="{7AC944D5-B601-4A9B-A41B-83A78EA05C81}" srcOrd="0" destOrd="0" presId="urn:microsoft.com/office/officeart/2018/2/layout/IconVerticalSolidList"/>
    <dgm:cxn modelId="{4E265C4B-5C89-4C50-A5DE-4EE19B064837}" type="presParOf" srcId="{7AC944D5-B601-4A9B-A41B-83A78EA05C81}" destId="{DB9AA6C3-7B4A-4A30-A6FD-3336EF767194}" srcOrd="0" destOrd="0" presId="urn:microsoft.com/office/officeart/2018/2/layout/IconVerticalSolidList"/>
    <dgm:cxn modelId="{75C69CA8-4E11-4907-81A9-04236D6530B9}" type="presParOf" srcId="{7AC944D5-B601-4A9B-A41B-83A78EA05C81}" destId="{5EBFC9A6-ADBD-4864-9935-9372F880489D}" srcOrd="1" destOrd="0" presId="urn:microsoft.com/office/officeart/2018/2/layout/IconVerticalSolidList"/>
    <dgm:cxn modelId="{7A86386B-F090-4DA6-B25A-AFD2DB7F3ED6}" type="presParOf" srcId="{7AC944D5-B601-4A9B-A41B-83A78EA05C81}" destId="{7F3F63C8-E29C-441A-875D-FF4C78E5C02E}" srcOrd="2" destOrd="0" presId="urn:microsoft.com/office/officeart/2018/2/layout/IconVerticalSolidList"/>
    <dgm:cxn modelId="{941EF2A6-81B4-431E-BB82-C3999D5C969A}" type="presParOf" srcId="{7AC944D5-B601-4A9B-A41B-83A78EA05C81}" destId="{CCD9AB9A-DEBC-466B-B666-88215D59900C}" srcOrd="3" destOrd="0" presId="urn:microsoft.com/office/officeart/2018/2/layout/IconVerticalSolidList"/>
    <dgm:cxn modelId="{0728A94C-5425-451D-A722-822A49AD5D7E}" type="presParOf" srcId="{C735505D-1400-4306-9CBA-67527B4B06BF}" destId="{122EEFD1-392E-4F75-8B50-06C53913CED6}" srcOrd="1" destOrd="0" presId="urn:microsoft.com/office/officeart/2018/2/layout/IconVerticalSolidList"/>
    <dgm:cxn modelId="{C920402B-AD0E-4C3C-8489-9F007B95492D}" type="presParOf" srcId="{C735505D-1400-4306-9CBA-67527B4B06BF}" destId="{1672EA36-2C1A-4643-8780-076EC4315CA8}" srcOrd="2" destOrd="0" presId="urn:microsoft.com/office/officeart/2018/2/layout/IconVerticalSolidList"/>
    <dgm:cxn modelId="{C80709FC-45C0-40C2-B4B1-27746DF605F3}" type="presParOf" srcId="{1672EA36-2C1A-4643-8780-076EC4315CA8}" destId="{61A35792-4668-49FB-ADB0-72611C0119F8}" srcOrd="0" destOrd="0" presId="urn:microsoft.com/office/officeart/2018/2/layout/IconVerticalSolidList"/>
    <dgm:cxn modelId="{0D9ABCE1-FC1E-404A-BC7F-A8E3F84B6085}" type="presParOf" srcId="{1672EA36-2C1A-4643-8780-076EC4315CA8}" destId="{F5C1A82B-FAD1-481A-BE3F-C260E3A8447C}" srcOrd="1" destOrd="0" presId="urn:microsoft.com/office/officeart/2018/2/layout/IconVerticalSolidList"/>
    <dgm:cxn modelId="{30694C80-76DB-473B-8BEF-30AEF947981F}" type="presParOf" srcId="{1672EA36-2C1A-4643-8780-076EC4315CA8}" destId="{F98C3657-3913-4B3D-A0CA-48E38F994616}" srcOrd="2" destOrd="0" presId="urn:microsoft.com/office/officeart/2018/2/layout/IconVerticalSolidList"/>
    <dgm:cxn modelId="{85049314-F787-4108-A89A-B5451C57E7BB}" type="presParOf" srcId="{1672EA36-2C1A-4643-8780-076EC4315CA8}" destId="{529FD93A-CE38-46B9-8B77-8C63908AB76D}" srcOrd="3" destOrd="0" presId="urn:microsoft.com/office/officeart/2018/2/layout/IconVerticalSolidList"/>
    <dgm:cxn modelId="{DF6D9829-90E0-4914-AEBA-1AF09ED6563E}" type="presParOf" srcId="{C735505D-1400-4306-9CBA-67527B4B06BF}" destId="{2B4E29F7-010E-4DBB-8249-656C32C0DEFC}" srcOrd="3" destOrd="0" presId="urn:microsoft.com/office/officeart/2018/2/layout/IconVerticalSolidList"/>
    <dgm:cxn modelId="{069CDBFD-AF01-4A09-8A0B-B0504BF7A93C}" type="presParOf" srcId="{C735505D-1400-4306-9CBA-67527B4B06BF}" destId="{1D6519DA-EF79-40BF-AB32-902326D65AB2}" srcOrd="4" destOrd="0" presId="urn:microsoft.com/office/officeart/2018/2/layout/IconVerticalSolidList"/>
    <dgm:cxn modelId="{83064E3F-294D-4BA3-AFBF-1BF2A469C4E1}" type="presParOf" srcId="{1D6519DA-EF79-40BF-AB32-902326D65AB2}" destId="{5116E956-70BA-49E1-957D-32F0C5DCDEB7}" srcOrd="0" destOrd="0" presId="urn:microsoft.com/office/officeart/2018/2/layout/IconVerticalSolidList"/>
    <dgm:cxn modelId="{47DA40A4-8169-4402-97E5-1BF42FE40196}" type="presParOf" srcId="{1D6519DA-EF79-40BF-AB32-902326D65AB2}" destId="{609910C4-6AA0-463B-BD03-4B49C3A950F5}" srcOrd="1" destOrd="0" presId="urn:microsoft.com/office/officeart/2018/2/layout/IconVerticalSolidList"/>
    <dgm:cxn modelId="{A7E12331-2480-4206-AC5D-E01B66D6614B}" type="presParOf" srcId="{1D6519DA-EF79-40BF-AB32-902326D65AB2}" destId="{758AB678-7061-47AA-8407-92935B9EEC71}" srcOrd="2" destOrd="0" presId="urn:microsoft.com/office/officeart/2018/2/layout/IconVerticalSolidList"/>
    <dgm:cxn modelId="{6E878361-393D-4C04-897A-A018AE88F654}" type="presParOf" srcId="{1D6519DA-EF79-40BF-AB32-902326D65AB2}" destId="{47E25654-011D-4460-ACF3-39017F2D4F5D}" srcOrd="3" destOrd="0" presId="urn:microsoft.com/office/officeart/2018/2/layout/IconVerticalSolidList"/>
    <dgm:cxn modelId="{65619BE0-D911-4D3D-B015-95FD33777DC4}" type="presParOf" srcId="{C735505D-1400-4306-9CBA-67527B4B06BF}" destId="{D220A12F-81E9-4BD0-B76C-6C83E875C6AA}" srcOrd="5" destOrd="0" presId="urn:microsoft.com/office/officeart/2018/2/layout/IconVerticalSolidList"/>
    <dgm:cxn modelId="{1043307E-2E7E-4A65-82F1-94A21E929ED3}" type="presParOf" srcId="{C735505D-1400-4306-9CBA-67527B4B06BF}" destId="{2ADC6911-8E17-4956-98CB-D2D7929CE689}" srcOrd="6" destOrd="0" presId="urn:microsoft.com/office/officeart/2018/2/layout/IconVerticalSolidList"/>
    <dgm:cxn modelId="{13BC1219-D98A-4F3B-8F80-B534B29295E5}" type="presParOf" srcId="{2ADC6911-8E17-4956-98CB-D2D7929CE689}" destId="{9BABDC50-08FC-45D5-B66C-4A5A7027652A}" srcOrd="0" destOrd="0" presId="urn:microsoft.com/office/officeart/2018/2/layout/IconVerticalSolidList"/>
    <dgm:cxn modelId="{F1CA06B3-6436-498B-951C-EFCAE0AE4EB3}" type="presParOf" srcId="{2ADC6911-8E17-4956-98CB-D2D7929CE689}" destId="{E9248C64-35A0-4630-B5AC-7953EA1A1F75}" srcOrd="1" destOrd="0" presId="urn:microsoft.com/office/officeart/2018/2/layout/IconVerticalSolidList"/>
    <dgm:cxn modelId="{8B893147-A8CD-4586-B374-6B14C4089057}" type="presParOf" srcId="{2ADC6911-8E17-4956-98CB-D2D7929CE689}" destId="{35CC53A1-8AEB-4684-8C71-DD2F2574E2AF}" srcOrd="2" destOrd="0" presId="urn:microsoft.com/office/officeart/2018/2/layout/IconVerticalSolidList"/>
    <dgm:cxn modelId="{D93032A8-2B57-486D-93D0-3DA59C8B1895}" type="presParOf" srcId="{2ADC6911-8E17-4956-98CB-D2D7929CE689}" destId="{6ACA4720-34D3-439C-8575-C9D089B2C1BC}" srcOrd="3" destOrd="0" presId="urn:microsoft.com/office/officeart/2018/2/layout/IconVerticalSolidList"/>
    <dgm:cxn modelId="{7159C5FF-0D7D-4052-839B-2AD7CEFBCAAD}" type="presParOf" srcId="{C735505D-1400-4306-9CBA-67527B4B06BF}" destId="{71A500AC-A2E6-48D9-9D20-1149173F4C2D}" srcOrd="7" destOrd="0" presId="urn:microsoft.com/office/officeart/2018/2/layout/IconVerticalSolidList"/>
    <dgm:cxn modelId="{40E01163-F38D-4D31-8B01-9F05789FE41C}" type="presParOf" srcId="{C735505D-1400-4306-9CBA-67527B4B06BF}" destId="{C64E074E-9B3B-455B-A9DC-9E41D660374C}" srcOrd="8" destOrd="0" presId="urn:microsoft.com/office/officeart/2018/2/layout/IconVerticalSolidList"/>
    <dgm:cxn modelId="{FA32E648-CC1B-4AF8-9A79-5CCFE3D8B708}" type="presParOf" srcId="{C64E074E-9B3B-455B-A9DC-9E41D660374C}" destId="{EF0E4264-EC7B-4F86-8341-B80033BD05E1}" srcOrd="0" destOrd="0" presId="urn:microsoft.com/office/officeart/2018/2/layout/IconVerticalSolidList"/>
    <dgm:cxn modelId="{4852FA73-DEAD-463E-BD3F-E68A1E817451}" type="presParOf" srcId="{C64E074E-9B3B-455B-A9DC-9E41D660374C}" destId="{3D013619-56B1-4CFB-85BB-4B118178F1B8}" srcOrd="1" destOrd="0" presId="urn:microsoft.com/office/officeart/2018/2/layout/IconVerticalSolidList"/>
    <dgm:cxn modelId="{F0050F2E-1033-4995-8FF4-15B7F75F15AA}" type="presParOf" srcId="{C64E074E-9B3B-455B-A9DC-9E41D660374C}" destId="{24D254ED-8E75-4B69-A800-EB21A27F4AC4}" srcOrd="2" destOrd="0" presId="urn:microsoft.com/office/officeart/2018/2/layout/IconVerticalSolidList"/>
    <dgm:cxn modelId="{E7C447FA-23BB-4A4A-B57D-C846C1471A3A}" type="presParOf" srcId="{C64E074E-9B3B-455B-A9DC-9E41D660374C}" destId="{138D5963-0818-4CDF-BF4F-2E43121CC96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62CF73-E6CE-469C-9741-969A10370C5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93450EC-EC96-4D2F-915D-C2977E9BCDAC}">
      <dgm:prSet/>
      <dgm:spPr/>
      <dgm:t>
        <a:bodyPr/>
        <a:lstStyle/>
        <a:p>
          <a:pPr>
            <a:lnSpc>
              <a:spcPct val="100000"/>
            </a:lnSpc>
          </a:pPr>
          <a:r>
            <a:rPr lang="en-US"/>
            <a:t>When many files are requested, the system decides which one to read/write first using scheduling.</a:t>
          </a:r>
        </a:p>
      </dgm:t>
    </dgm:pt>
    <dgm:pt modelId="{BC9A6E88-4CC3-4715-87C9-CE2E3DF88412}" cxnId="{CDA74F91-2EF3-4470-BC1A-30D4B18CD141}" type="parTrans">
      <dgm:prSet/>
      <dgm:spPr/>
      <dgm:t>
        <a:bodyPr/>
        <a:lstStyle/>
        <a:p>
          <a:endParaRPr lang="en-US"/>
        </a:p>
      </dgm:t>
    </dgm:pt>
    <dgm:pt modelId="{27DD3989-30A7-4453-B86B-2D1DE9CCE1BE}" cxnId="{CDA74F91-2EF3-4470-BC1A-30D4B18CD141}" type="sibTrans">
      <dgm:prSet/>
      <dgm:spPr/>
      <dgm:t>
        <a:bodyPr/>
        <a:lstStyle/>
        <a:p>
          <a:endParaRPr lang="en-US"/>
        </a:p>
      </dgm:t>
    </dgm:pt>
    <dgm:pt modelId="{03CBD4D7-99F1-4AAE-A654-9DC12647CBF6}">
      <dgm:prSet/>
      <dgm:spPr/>
      <dgm:t>
        <a:bodyPr/>
        <a:lstStyle/>
        <a:p>
          <a:pPr>
            <a:lnSpc>
              <a:spcPct val="100000"/>
            </a:lnSpc>
          </a:pPr>
          <a:r>
            <a:rPr lang="en-US"/>
            <a:t>FCFS (First Come First Serve):* Processes requests in order they came.</a:t>
          </a:r>
        </a:p>
      </dgm:t>
    </dgm:pt>
    <dgm:pt modelId="{32D57038-6DA9-4227-AE16-AA2CE01C768D}" cxnId="{01F10EBA-5761-49A2-A92A-1D42A793587D}" type="parTrans">
      <dgm:prSet/>
      <dgm:spPr/>
      <dgm:t>
        <a:bodyPr/>
        <a:lstStyle/>
        <a:p>
          <a:endParaRPr lang="en-US"/>
        </a:p>
      </dgm:t>
    </dgm:pt>
    <dgm:pt modelId="{164DD020-1F0D-46D6-B956-563B0409C6A4}" cxnId="{01F10EBA-5761-49A2-A92A-1D42A793587D}" type="sibTrans">
      <dgm:prSet/>
      <dgm:spPr/>
      <dgm:t>
        <a:bodyPr/>
        <a:lstStyle/>
        <a:p>
          <a:endParaRPr lang="en-US"/>
        </a:p>
      </dgm:t>
    </dgm:pt>
    <dgm:pt modelId="{B3723AB2-B72B-4421-975E-58DF46557BA8}">
      <dgm:prSet/>
      <dgm:spPr/>
      <dgm:t>
        <a:bodyPr/>
        <a:lstStyle/>
        <a:p>
          <a:pPr>
            <a:lnSpc>
              <a:spcPct val="100000"/>
            </a:lnSpc>
          </a:pPr>
          <a:r>
            <a:rPr lang="en-US"/>
            <a:t>SSTF (Shortest Seek Time First):* Picks the nearest request to reduce movement.</a:t>
          </a:r>
        </a:p>
      </dgm:t>
    </dgm:pt>
    <dgm:pt modelId="{4BA44AB4-C9F5-4DF0-A5FE-072C57DC2506}" cxnId="{2141DFB0-170B-4F49-B104-F4990CE09E4D}" type="parTrans">
      <dgm:prSet/>
      <dgm:spPr/>
      <dgm:t>
        <a:bodyPr/>
        <a:lstStyle/>
        <a:p>
          <a:endParaRPr lang="en-US"/>
        </a:p>
      </dgm:t>
    </dgm:pt>
    <dgm:pt modelId="{8780E754-0E7A-472A-8B84-BE3939C7E824}" cxnId="{2141DFB0-170B-4F49-B104-F4990CE09E4D}" type="sibTrans">
      <dgm:prSet/>
      <dgm:spPr/>
      <dgm:t>
        <a:bodyPr/>
        <a:lstStyle/>
        <a:p>
          <a:endParaRPr lang="en-US"/>
        </a:p>
      </dgm:t>
    </dgm:pt>
    <dgm:pt modelId="{9ADF1774-683C-46E4-BE1A-931E1B3A3733}">
      <dgm:prSet/>
      <dgm:spPr/>
      <dgm:t>
        <a:bodyPr/>
        <a:lstStyle/>
        <a:p>
          <a:pPr>
            <a:lnSpc>
              <a:spcPct val="100000"/>
            </a:lnSpc>
          </a:pPr>
          <a:r>
            <a:rPr lang="en-US"/>
            <a:t>SCAN:* Moves the read/write head back and forth like an elevator.</a:t>
          </a:r>
        </a:p>
      </dgm:t>
    </dgm:pt>
    <dgm:pt modelId="{A9C05DBA-066D-4AA8-A6AE-741F87B25A44}" cxnId="{19F5602D-43B1-4C8A-A0F8-F5B8333B8F78}" type="parTrans">
      <dgm:prSet/>
      <dgm:spPr/>
      <dgm:t>
        <a:bodyPr/>
        <a:lstStyle/>
        <a:p>
          <a:endParaRPr lang="en-US"/>
        </a:p>
      </dgm:t>
    </dgm:pt>
    <dgm:pt modelId="{5514B567-55CB-418F-90DC-6404D84EB2F2}" cxnId="{19F5602D-43B1-4C8A-A0F8-F5B8333B8F78}" type="sibTrans">
      <dgm:prSet/>
      <dgm:spPr/>
      <dgm:t>
        <a:bodyPr/>
        <a:lstStyle/>
        <a:p>
          <a:endParaRPr lang="en-US"/>
        </a:p>
      </dgm:t>
    </dgm:pt>
    <dgm:pt modelId="{6309E35C-FB86-4DD0-AC66-F79BC552EA05}" type="pres">
      <dgm:prSet presAssocID="{2262CF73-E6CE-469C-9741-969A10370C5E}" presName="root" presStyleCnt="0">
        <dgm:presLayoutVars>
          <dgm:dir/>
          <dgm:resizeHandles val="exact"/>
        </dgm:presLayoutVars>
      </dgm:prSet>
      <dgm:spPr/>
    </dgm:pt>
    <dgm:pt modelId="{F8037721-6EE8-4036-A7EB-A41CF2B0C7A8}" type="pres">
      <dgm:prSet presAssocID="{C93450EC-EC96-4D2F-915D-C2977E9BCDAC}" presName="compNode" presStyleCnt="0"/>
      <dgm:spPr/>
    </dgm:pt>
    <dgm:pt modelId="{B509C072-597F-4710-9746-2CD300338510}" type="pres">
      <dgm:prSet presAssocID="{C93450EC-EC96-4D2F-915D-C2977E9BCDAC}" presName="bgRect" presStyleLbl="bgShp" presStyleIdx="0" presStyleCnt="4"/>
      <dgm:spPr/>
    </dgm:pt>
    <dgm:pt modelId="{3279771B-7C58-4E12-82B1-372C636A953B}" type="pres">
      <dgm:prSet presAssocID="{C93450EC-EC96-4D2F-915D-C2977E9BCDA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A7A4AD84-32E1-4D28-8123-520EB8D4E400}" type="pres">
      <dgm:prSet presAssocID="{C93450EC-EC96-4D2F-915D-C2977E9BCDAC}" presName="spaceRect" presStyleCnt="0"/>
      <dgm:spPr/>
    </dgm:pt>
    <dgm:pt modelId="{59BC31B2-370E-423B-89E7-4A117F7B5484}" type="pres">
      <dgm:prSet presAssocID="{C93450EC-EC96-4D2F-915D-C2977E9BCDAC}" presName="parTx" presStyleLbl="revTx" presStyleIdx="0" presStyleCnt="4">
        <dgm:presLayoutVars>
          <dgm:chMax val="0"/>
          <dgm:chPref val="0"/>
        </dgm:presLayoutVars>
      </dgm:prSet>
      <dgm:spPr/>
    </dgm:pt>
    <dgm:pt modelId="{7EBE7BC6-8D57-4D2F-B8D6-9859685C51EA}" type="pres">
      <dgm:prSet presAssocID="{27DD3989-30A7-4453-B86B-2D1DE9CCE1BE}" presName="sibTrans" presStyleCnt="0"/>
      <dgm:spPr/>
    </dgm:pt>
    <dgm:pt modelId="{3E4B03FC-AF5F-468E-867D-068EF2D012E1}" type="pres">
      <dgm:prSet presAssocID="{03CBD4D7-99F1-4AAE-A654-9DC12647CBF6}" presName="compNode" presStyleCnt="0"/>
      <dgm:spPr/>
    </dgm:pt>
    <dgm:pt modelId="{4451906B-FF68-463A-87C2-4C6EF875D1F1}" type="pres">
      <dgm:prSet presAssocID="{03CBD4D7-99F1-4AAE-A654-9DC12647CBF6}" presName="bgRect" presStyleLbl="bgShp" presStyleIdx="1" presStyleCnt="4"/>
      <dgm:spPr/>
    </dgm:pt>
    <dgm:pt modelId="{7BA789B7-B484-4051-894E-751679BE7D6B}" type="pres">
      <dgm:prSet presAssocID="{03CBD4D7-99F1-4AAE-A654-9DC12647CBF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pt>
    <dgm:pt modelId="{86D03599-E910-4D84-B69D-3D02BBC55A84}" type="pres">
      <dgm:prSet presAssocID="{03CBD4D7-99F1-4AAE-A654-9DC12647CBF6}" presName="spaceRect" presStyleCnt="0"/>
      <dgm:spPr/>
    </dgm:pt>
    <dgm:pt modelId="{F5613E26-4CD1-4208-97DE-A7895E2C6789}" type="pres">
      <dgm:prSet presAssocID="{03CBD4D7-99F1-4AAE-A654-9DC12647CBF6}" presName="parTx" presStyleLbl="revTx" presStyleIdx="1" presStyleCnt="4">
        <dgm:presLayoutVars>
          <dgm:chMax val="0"/>
          <dgm:chPref val="0"/>
        </dgm:presLayoutVars>
      </dgm:prSet>
      <dgm:spPr/>
    </dgm:pt>
    <dgm:pt modelId="{A16D77FE-4790-4AE8-AD20-414D910E50C6}" type="pres">
      <dgm:prSet presAssocID="{164DD020-1F0D-46D6-B956-563B0409C6A4}" presName="sibTrans" presStyleCnt="0"/>
      <dgm:spPr/>
    </dgm:pt>
    <dgm:pt modelId="{C0A23E0C-93B3-4CF8-B064-3B04E9DE43C5}" type="pres">
      <dgm:prSet presAssocID="{B3723AB2-B72B-4421-975E-58DF46557BA8}" presName="compNode" presStyleCnt="0"/>
      <dgm:spPr/>
    </dgm:pt>
    <dgm:pt modelId="{49841DE9-4CFC-4412-A9F3-1BF751327991}" type="pres">
      <dgm:prSet presAssocID="{B3723AB2-B72B-4421-975E-58DF46557BA8}" presName="bgRect" presStyleLbl="bgShp" presStyleIdx="2" presStyleCnt="4"/>
      <dgm:spPr/>
    </dgm:pt>
    <dgm:pt modelId="{A698FECC-1B14-4122-B710-062F8C558B25}" type="pres">
      <dgm:prSet presAssocID="{B3723AB2-B72B-4421-975E-58DF46557BA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pt>
    <dgm:pt modelId="{6FBBDEEA-B472-47CC-A749-B890C90C1045}" type="pres">
      <dgm:prSet presAssocID="{B3723AB2-B72B-4421-975E-58DF46557BA8}" presName="spaceRect" presStyleCnt="0"/>
      <dgm:spPr/>
    </dgm:pt>
    <dgm:pt modelId="{A4FCA501-86BA-41E8-B6E8-E00B5B7AF430}" type="pres">
      <dgm:prSet presAssocID="{B3723AB2-B72B-4421-975E-58DF46557BA8}" presName="parTx" presStyleLbl="revTx" presStyleIdx="2" presStyleCnt="4">
        <dgm:presLayoutVars>
          <dgm:chMax val="0"/>
          <dgm:chPref val="0"/>
        </dgm:presLayoutVars>
      </dgm:prSet>
      <dgm:spPr/>
    </dgm:pt>
    <dgm:pt modelId="{2C6F334C-8621-49A0-874C-F9DD44918285}" type="pres">
      <dgm:prSet presAssocID="{8780E754-0E7A-472A-8B84-BE3939C7E824}" presName="sibTrans" presStyleCnt="0"/>
      <dgm:spPr/>
    </dgm:pt>
    <dgm:pt modelId="{F48C1ECC-0B0E-4593-A10E-9CF9488A8F30}" type="pres">
      <dgm:prSet presAssocID="{9ADF1774-683C-46E4-BE1A-931E1B3A3733}" presName="compNode" presStyleCnt="0"/>
      <dgm:spPr/>
    </dgm:pt>
    <dgm:pt modelId="{AAAA0434-D92C-4025-99F7-EACAD875A551}" type="pres">
      <dgm:prSet presAssocID="{9ADF1774-683C-46E4-BE1A-931E1B3A3733}" presName="bgRect" presStyleLbl="bgShp" presStyleIdx="3" presStyleCnt="4"/>
      <dgm:spPr/>
    </dgm:pt>
    <dgm:pt modelId="{277C4984-1B8C-4F76-B443-34B269E53CCE}" type="pres">
      <dgm:prSet presAssocID="{9ADF1774-683C-46E4-BE1A-931E1B3A373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pt>
    <dgm:pt modelId="{2CE29FDE-07DD-4DE7-8EE8-821775861DE3}" type="pres">
      <dgm:prSet presAssocID="{9ADF1774-683C-46E4-BE1A-931E1B3A3733}" presName="spaceRect" presStyleCnt="0"/>
      <dgm:spPr/>
    </dgm:pt>
    <dgm:pt modelId="{DECDA7FF-CAF1-46C6-BB99-9EB64EC2A7D6}" type="pres">
      <dgm:prSet presAssocID="{9ADF1774-683C-46E4-BE1A-931E1B3A3733}" presName="parTx" presStyleLbl="revTx" presStyleIdx="3" presStyleCnt="4">
        <dgm:presLayoutVars>
          <dgm:chMax val="0"/>
          <dgm:chPref val="0"/>
        </dgm:presLayoutVars>
      </dgm:prSet>
      <dgm:spPr/>
    </dgm:pt>
  </dgm:ptLst>
  <dgm:cxnLst>
    <dgm:cxn modelId="{CD816F05-9DB0-40E6-9A68-F10AA6429B24}" type="presOf" srcId="{2262CF73-E6CE-469C-9741-969A10370C5E}" destId="{6309E35C-FB86-4DD0-AC66-F79BC552EA05}" srcOrd="0" destOrd="0" presId="urn:microsoft.com/office/officeart/2018/2/layout/IconVerticalSolidList"/>
    <dgm:cxn modelId="{7D5F5A11-7EE1-4F78-9E2D-E7635819D6DE}" type="presOf" srcId="{B3723AB2-B72B-4421-975E-58DF46557BA8}" destId="{A4FCA501-86BA-41E8-B6E8-E00B5B7AF430}" srcOrd="0" destOrd="0" presId="urn:microsoft.com/office/officeart/2018/2/layout/IconVerticalSolidList"/>
    <dgm:cxn modelId="{1DDB851B-0635-4AA1-AF90-35D2B780A2AB}" type="presOf" srcId="{9ADF1774-683C-46E4-BE1A-931E1B3A3733}" destId="{DECDA7FF-CAF1-46C6-BB99-9EB64EC2A7D6}" srcOrd="0" destOrd="0" presId="urn:microsoft.com/office/officeart/2018/2/layout/IconVerticalSolidList"/>
    <dgm:cxn modelId="{40E8811E-FD38-4923-8565-326EFE2D4396}" type="presOf" srcId="{03CBD4D7-99F1-4AAE-A654-9DC12647CBF6}" destId="{F5613E26-4CD1-4208-97DE-A7895E2C6789}" srcOrd="0" destOrd="0" presId="urn:microsoft.com/office/officeart/2018/2/layout/IconVerticalSolidList"/>
    <dgm:cxn modelId="{19F5602D-43B1-4C8A-A0F8-F5B8333B8F78}" srcId="{2262CF73-E6CE-469C-9741-969A10370C5E}" destId="{9ADF1774-683C-46E4-BE1A-931E1B3A3733}" srcOrd="3" destOrd="0" parTransId="{A9C05DBA-066D-4AA8-A6AE-741F87B25A44}" sibTransId="{5514B567-55CB-418F-90DC-6404D84EB2F2}"/>
    <dgm:cxn modelId="{BCDE5A5C-3E59-4DB3-ABCF-532B7CAAC0C5}" type="presOf" srcId="{C93450EC-EC96-4D2F-915D-C2977E9BCDAC}" destId="{59BC31B2-370E-423B-89E7-4A117F7B5484}" srcOrd="0" destOrd="0" presId="urn:microsoft.com/office/officeart/2018/2/layout/IconVerticalSolidList"/>
    <dgm:cxn modelId="{CDA74F91-2EF3-4470-BC1A-30D4B18CD141}" srcId="{2262CF73-E6CE-469C-9741-969A10370C5E}" destId="{C93450EC-EC96-4D2F-915D-C2977E9BCDAC}" srcOrd="0" destOrd="0" parTransId="{BC9A6E88-4CC3-4715-87C9-CE2E3DF88412}" sibTransId="{27DD3989-30A7-4453-B86B-2D1DE9CCE1BE}"/>
    <dgm:cxn modelId="{2141DFB0-170B-4F49-B104-F4990CE09E4D}" srcId="{2262CF73-E6CE-469C-9741-969A10370C5E}" destId="{B3723AB2-B72B-4421-975E-58DF46557BA8}" srcOrd="2" destOrd="0" parTransId="{4BA44AB4-C9F5-4DF0-A5FE-072C57DC2506}" sibTransId="{8780E754-0E7A-472A-8B84-BE3939C7E824}"/>
    <dgm:cxn modelId="{01F10EBA-5761-49A2-A92A-1D42A793587D}" srcId="{2262CF73-E6CE-469C-9741-969A10370C5E}" destId="{03CBD4D7-99F1-4AAE-A654-9DC12647CBF6}" srcOrd="1" destOrd="0" parTransId="{32D57038-6DA9-4227-AE16-AA2CE01C768D}" sibTransId="{164DD020-1F0D-46D6-B956-563B0409C6A4}"/>
    <dgm:cxn modelId="{EAE33593-FB6F-48CE-B153-66EFA7E7B00A}" type="presParOf" srcId="{6309E35C-FB86-4DD0-AC66-F79BC552EA05}" destId="{F8037721-6EE8-4036-A7EB-A41CF2B0C7A8}" srcOrd="0" destOrd="0" presId="urn:microsoft.com/office/officeart/2018/2/layout/IconVerticalSolidList"/>
    <dgm:cxn modelId="{7C1C4DB1-C331-4D27-A0D2-E26B202D13C1}" type="presParOf" srcId="{F8037721-6EE8-4036-A7EB-A41CF2B0C7A8}" destId="{B509C072-597F-4710-9746-2CD300338510}" srcOrd="0" destOrd="0" presId="urn:microsoft.com/office/officeart/2018/2/layout/IconVerticalSolidList"/>
    <dgm:cxn modelId="{C5B117B7-D569-4050-8B7A-9D065AF94DE9}" type="presParOf" srcId="{F8037721-6EE8-4036-A7EB-A41CF2B0C7A8}" destId="{3279771B-7C58-4E12-82B1-372C636A953B}" srcOrd="1" destOrd="0" presId="urn:microsoft.com/office/officeart/2018/2/layout/IconVerticalSolidList"/>
    <dgm:cxn modelId="{47F6D542-436E-4F89-86A3-D85FFF3AB7D7}" type="presParOf" srcId="{F8037721-6EE8-4036-A7EB-A41CF2B0C7A8}" destId="{A7A4AD84-32E1-4D28-8123-520EB8D4E400}" srcOrd="2" destOrd="0" presId="urn:microsoft.com/office/officeart/2018/2/layout/IconVerticalSolidList"/>
    <dgm:cxn modelId="{203463DC-A2C9-4D57-B17F-344EFE251F30}" type="presParOf" srcId="{F8037721-6EE8-4036-A7EB-A41CF2B0C7A8}" destId="{59BC31B2-370E-423B-89E7-4A117F7B5484}" srcOrd="3" destOrd="0" presId="urn:microsoft.com/office/officeart/2018/2/layout/IconVerticalSolidList"/>
    <dgm:cxn modelId="{22D02F9F-06BF-43B8-921D-C87715DEDBA4}" type="presParOf" srcId="{6309E35C-FB86-4DD0-AC66-F79BC552EA05}" destId="{7EBE7BC6-8D57-4D2F-B8D6-9859685C51EA}" srcOrd="1" destOrd="0" presId="urn:microsoft.com/office/officeart/2018/2/layout/IconVerticalSolidList"/>
    <dgm:cxn modelId="{2F413889-424F-4F8B-828E-2D8FAA4CB223}" type="presParOf" srcId="{6309E35C-FB86-4DD0-AC66-F79BC552EA05}" destId="{3E4B03FC-AF5F-468E-867D-068EF2D012E1}" srcOrd="2" destOrd="0" presId="urn:microsoft.com/office/officeart/2018/2/layout/IconVerticalSolidList"/>
    <dgm:cxn modelId="{C15B985B-99F8-47EC-BF9D-B55FAEE915B4}" type="presParOf" srcId="{3E4B03FC-AF5F-468E-867D-068EF2D012E1}" destId="{4451906B-FF68-463A-87C2-4C6EF875D1F1}" srcOrd="0" destOrd="0" presId="urn:microsoft.com/office/officeart/2018/2/layout/IconVerticalSolidList"/>
    <dgm:cxn modelId="{B4A1F3E9-B950-4805-8F7B-99F13FD35073}" type="presParOf" srcId="{3E4B03FC-AF5F-468E-867D-068EF2D012E1}" destId="{7BA789B7-B484-4051-894E-751679BE7D6B}" srcOrd="1" destOrd="0" presId="urn:microsoft.com/office/officeart/2018/2/layout/IconVerticalSolidList"/>
    <dgm:cxn modelId="{6C720922-2248-4EA8-9C24-F3CBE04CDFF9}" type="presParOf" srcId="{3E4B03FC-AF5F-468E-867D-068EF2D012E1}" destId="{86D03599-E910-4D84-B69D-3D02BBC55A84}" srcOrd="2" destOrd="0" presId="urn:microsoft.com/office/officeart/2018/2/layout/IconVerticalSolidList"/>
    <dgm:cxn modelId="{2BC2612E-065F-4A9D-8246-D92D277CFA9D}" type="presParOf" srcId="{3E4B03FC-AF5F-468E-867D-068EF2D012E1}" destId="{F5613E26-4CD1-4208-97DE-A7895E2C6789}" srcOrd="3" destOrd="0" presId="urn:microsoft.com/office/officeart/2018/2/layout/IconVerticalSolidList"/>
    <dgm:cxn modelId="{E84920AA-F262-41CE-8449-CA8161710845}" type="presParOf" srcId="{6309E35C-FB86-4DD0-AC66-F79BC552EA05}" destId="{A16D77FE-4790-4AE8-AD20-414D910E50C6}" srcOrd="3" destOrd="0" presId="urn:microsoft.com/office/officeart/2018/2/layout/IconVerticalSolidList"/>
    <dgm:cxn modelId="{71917463-84A9-4035-8F5E-A0B830EEB540}" type="presParOf" srcId="{6309E35C-FB86-4DD0-AC66-F79BC552EA05}" destId="{C0A23E0C-93B3-4CF8-B064-3B04E9DE43C5}" srcOrd="4" destOrd="0" presId="urn:microsoft.com/office/officeart/2018/2/layout/IconVerticalSolidList"/>
    <dgm:cxn modelId="{EEB5DCA9-3343-4F43-9AD4-DBFA1035415B}" type="presParOf" srcId="{C0A23E0C-93B3-4CF8-B064-3B04E9DE43C5}" destId="{49841DE9-4CFC-4412-A9F3-1BF751327991}" srcOrd="0" destOrd="0" presId="urn:microsoft.com/office/officeart/2018/2/layout/IconVerticalSolidList"/>
    <dgm:cxn modelId="{33B494C6-6727-4128-9648-9CBBF9487A26}" type="presParOf" srcId="{C0A23E0C-93B3-4CF8-B064-3B04E9DE43C5}" destId="{A698FECC-1B14-4122-B710-062F8C558B25}" srcOrd="1" destOrd="0" presId="urn:microsoft.com/office/officeart/2018/2/layout/IconVerticalSolidList"/>
    <dgm:cxn modelId="{52F1377D-B14E-4D42-A791-9780B28A1701}" type="presParOf" srcId="{C0A23E0C-93B3-4CF8-B064-3B04E9DE43C5}" destId="{6FBBDEEA-B472-47CC-A749-B890C90C1045}" srcOrd="2" destOrd="0" presId="urn:microsoft.com/office/officeart/2018/2/layout/IconVerticalSolidList"/>
    <dgm:cxn modelId="{B86B1404-9310-4B16-9125-89FFDC6FB5BC}" type="presParOf" srcId="{C0A23E0C-93B3-4CF8-B064-3B04E9DE43C5}" destId="{A4FCA501-86BA-41E8-B6E8-E00B5B7AF430}" srcOrd="3" destOrd="0" presId="urn:microsoft.com/office/officeart/2018/2/layout/IconVerticalSolidList"/>
    <dgm:cxn modelId="{1109F5CC-C48F-4D3E-A582-08FE0D532147}" type="presParOf" srcId="{6309E35C-FB86-4DD0-AC66-F79BC552EA05}" destId="{2C6F334C-8621-49A0-874C-F9DD44918285}" srcOrd="5" destOrd="0" presId="urn:microsoft.com/office/officeart/2018/2/layout/IconVerticalSolidList"/>
    <dgm:cxn modelId="{6F4071D4-D10B-47E3-ACF9-42010C21EE3A}" type="presParOf" srcId="{6309E35C-FB86-4DD0-AC66-F79BC552EA05}" destId="{F48C1ECC-0B0E-4593-A10E-9CF9488A8F30}" srcOrd="6" destOrd="0" presId="urn:microsoft.com/office/officeart/2018/2/layout/IconVerticalSolidList"/>
    <dgm:cxn modelId="{C0BAED93-A97A-4F9E-BD70-6FFA0950A007}" type="presParOf" srcId="{F48C1ECC-0B0E-4593-A10E-9CF9488A8F30}" destId="{AAAA0434-D92C-4025-99F7-EACAD875A551}" srcOrd="0" destOrd="0" presId="urn:microsoft.com/office/officeart/2018/2/layout/IconVerticalSolidList"/>
    <dgm:cxn modelId="{5669C09D-A8CF-4975-B430-7E2920E77D3F}" type="presParOf" srcId="{F48C1ECC-0B0E-4593-A10E-9CF9488A8F30}" destId="{277C4984-1B8C-4F76-B443-34B269E53CCE}" srcOrd="1" destOrd="0" presId="urn:microsoft.com/office/officeart/2018/2/layout/IconVerticalSolidList"/>
    <dgm:cxn modelId="{1881C7A7-E0E9-401C-8CF2-E49C0A8D1B83}" type="presParOf" srcId="{F48C1ECC-0B0E-4593-A10E-9CF9488A8F30}" destId="{2CE29FDE-07DD-4DE7-8EE8-821775861DE3}" srcOrd="2" destOrd="0" presId="urn:microsoft.com/office/officeart/2018/2/layout/IconVerticalSolidList"/>
    <dgm:cxn modelId="{323A1154-3CBD-415B-93C0-93670620A008}" type="presParOf" srcId="{F48C1ECC-0B0E-4593-A10E-9CF9488A8F30}" destId="{DECDA7FF-CAF1-46C6-BB99-9EB64EC2A7D6}" srcOrd="3"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7595870" cy="4351655"/>
        <a:chOff x="0" y="0"/>
        <a:chExt cx="7595870" cy="4351655"/>
      </a:xfrm>
    </dsp:grpSpPr>
    <dsp:sp modelId="{CA4C5EB9-05DB-4E5A-A6F5-6BAD769A3600}">
      <dsp:nvSpPr>
        <dsp:cNvPr id="5" name="Rectangles 4"/>
        <dsp:cNvSpPr/>
      </dsp:nvSpPr>
      <dsp:spPr bwMode="white">
        <a:xfrm>
          <a:off x="0" y="352967"/>
          <a:ext cx="7595870" cy="478800"/>
        </a:xfrm>
        <a:prstGeom prst="rect">
          <a:avLst/>
        </a:prstGeom>
      </dsp:spPr>
      <dsp:style>
        <a:lnRef idx="2">
          <a:schemeClr val="accent1"/>
        </a:lnRef>
        <a:fillRef idx="1">
          <a:schemeClr val="lt1">
            <a:alpha val="90000"/>
          </a:schemeClr>
        </a:fillRef>
        <a:effectRef idx="0">
          <a:scrgbClr r="0" g="0" b="0"/>
        </a:effectRef>
        <a:fontRef idx="minor"/>
      </dsp:style>
      <dsp:txBody>
        <a:bodyPr lIns="589523" tIns="395731" rIns="589523"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352967"/>
        <a:ext cx="7595870" cy="478800"/>
      </dsp:txXfrm>
    </dsp:sp>
    <dsp:sp modelId="{4419DDB3-3126-4C49-AB61-570A6B6F180A}">
      <dsp:nvSpPr>
        <dsp:cNvPr id="4" name="Rounded Rectangle 3"/>
        <dsp:cNvSpPr/>
      </dsp:nvSpPr>
      <dsp:spPr bwMode="white">
        <a:xfrm>
          <a:off x="379794" y="72527"/>
          <a:ext cx="5317109" cy="560880"/>
        </a:xfrm>
        <a:prstGeom prst="roundRect">
          <a:avLst/>
        </a:prstGeom>
      </dsp:spPr>
      <dsp:style>
        <a:lnRef idx="2">
          <a:schemeClr val="lt1"/>
        </a:lnRef>
        <a:fillRef idx="1">
          <a:schemeClr val="accent1"/>
        </a:fillRef>
        <a:effectRef idx="0">
          <a:scrgbClr r="0" g="0" b="0"/>
        </a:effectRef>
        <a:fontRef idx="minor">
          <a:schemeClr val="lt1"/>
        </a:fontRef>
      </dsp:style>
      <dsp:txBody>
        <a:bodyPr lIns="200974" tIns="0" rIns="200974"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b="1"/>
            <a:t>Presented by </a:t>
          </a:r>
          <a:endParaRPr lang="en-US"/>
        </a:p>
      </dsp:txBody>
      <dsp:txXfrm>
        <a:off x="379794" y="72527"/>
        <a:ext cx="5317109" cy="560880"/>
      </dsp:txXfrm>
    </dsp:sp>
    <dsp:sp modelId="{56E04EA5-C854-421C-80C3-DEE78FF9DEA3}">
      <dsp:nvSpPr>
        <dsp:cNvPr id="8" name="Rectangles 7"/>
        <dsp:cNvSpPr/>
      </dsp:nvSpPr>
      <dsp:spPr bwMode="white">
        <a:xfrm>
          <a:off x="0" y="1214807"/>
          <a:ext cx="7595870" cy="478800"/>
        </a:xfrm>
        <a:prstGeom prst="rect">
          <a:avLst/>
        </a:prstGeom>
      </dsp:spPr>
      <dsp:style>
        <a:lnRef idx="2">
          <a:schemeClr val="accent1"/>
        </a:lnRef>
        <a:fillRef idx="1">
          <a:schemeClr val="lt1">
            <a:alpha val="90000"/>
          </a:schemeClr>
        </a:fillRef>
        <a:effectRef idx="0">
          <a:scrgbClr r="0" g="0" b="0"/>
        </a:effectRef>
        <a:fontRef idx="minor"/>
      </dsp:style>
      <dsp:txBody>
        <a:bodyPr lIns="589523" tIns="395731" rIns="589523"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1214807"/>
        <a:ext cx="7595870" cy="478800"/>
      </dsp:txXfrm>
    </dsp:sp>
    <dsp:sp modelId="{FE587C6D-F249-4694-ABB7-F7BDEF0FDC49}">
      <dsp:nvSpPr>
        <dsp:cNvPr id="7" name="Rounded Rectangle 6"/>
        <dsp:cNvSpPr/>
      </dsp:nvSpPr>
      <dsp:spPr bwMode="white">
        <a:xfrm>
          <a:off x="379794" y="934367"/>
          <a:ext cx="5317109" cy="56088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200974" tIns="0" rIns="200974"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b="1"/>
            <a:t>UMAR FAROOQ BS SE 149</a:t>
          </a:r>
          <a:endParaRPr lang="en-US"/>
        </a:p>
      </dsp:txBody>
      <dsp:txXfrm>
        <a:off x="379794" y="934367"/>
        <a:ext cx="5317109" cy="560880"/>
      </dsp:txXfrm>
    </dsp:sp>
    <dsp:sp modelId="{4BF5AAE8-0123-4739-ABAF-CB5FEE57FCE3}">
      <dsp:nvSpPr>
        <dsp:cNvPr id="11" name="Rectangles 10"/>
        <dsp:cNvSpPr/>
      </dsp:nvSpPr>
      <dsp:spPr bwMode="white">
        <a:xfrm>
          <a:off x="0" y="2076647"/>
          <a:ext cx="7595870" cy="478800"/>
        </a:xfrm>
        <a:prstGeom prst="rect">
          <a:avLst/>
        </a:prstGeom>
      </dsp:spPr>
      <dsp:style>
        <a:lnRef idx="2">
          <a:schemeClr val="accent1"/>
        </a:lnRef>
        <a:fillRef idx="1">
          <a:schemeClr val="lt1">
            <a:alpha val="90000"/>
          </a:schemeClr>
        </a:fillRef>
        <a:effectRef idx="0">
          <a:scrgbClr r="0" g="0" b="0"/>
        </a:effectRef>
        <a:fontRef idx="minor"/>
      </dsp:style>
      <dsp:txBody>
        <a:bodyPr lIns="589523" tIns="395731" rIns="589523"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2076647"/>
        <a:ext cx="7595870" cy="478800"/>
      </dsp:txXfrm>
    </dsp:sp>
    <dsp:sp modelId="{12F9DD84-7396-42DD-BAE8-B1A5641B00F2}">
      <dsp:nvSpPr>
        <dsp:cNvPr id="10" name="Rounded Rectangle 9"/>
        <dsp:cNvSpPr/>
      </dsp:nvSpPr>
      <dsp:spPr bwMode="white">
        <a:xfrm>
          <a:off x="379794" y="1796207"/>
          <a:ext cx="5317109" cy="56088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200974" tIns="0" rIns="200974"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b="1"/>
            <a:t>Mukarram shah BS SE 194</a:t>
          </a:r>
          <a:endParaRPr lang="en-US"/>
        </a:p>
      </dsp:txBody>
      <dsp:txXfrm>
        <a:off x="379794" y="1796207"/>
        <a:ext cx="5317109" cy="560880"/>
      </dsp:txXfrm>
    </dsp:sp>
    <dsp:sp modelId="{4051EE48-E608-4F06-B37A-BCB90084C148}">
      <dsp:nvSpPr>
        <dsp:cNvPr id="14" name="Rectangles 13"/>
        <dsp:cNvSpPr/>
      </dsp:nvSpPr>
      <dsp:spPr bwMode="white">
        <a:xfrm>
          <a:off x="0" y="2938488"/>
          <a:ext cx="7595870" cy="478800"/>
        </a:xfrm>
        <a:prstGeom prst="rect">
          <a:avLst/>
        </a:prstGeom>
      </dsp:spPr>
      <dsp:style>
        <a:lnRef idx="2">
          <a:schemeClr val="accent1"/>
        </a:lnRef>
        <a:fillRef idx="1">
          <a:schemeClr val="lt1">
            <a:alpha val="90000"/>
          </a:schemeClr>
        </a:fillRef>
        <a:effectRef idx="0">
          <a:scrgbClr r="0" g="0" b="0"/>
        </a:effectRef>
        <a:fontRef idx="minor"/>
      </dsp:style>
      <dsp:txBody>
        <a:bodyPr lIns="589523" tIns="395731" rIns="589523"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2938488"/>
        <a:ext cx="7595870" cy="478800"/>
      </dsp:txXfrm>
    </dsp:sp>
    <dsp:sp modelId="{570AF0BA-7473-4B6F-8937-2BC400BF68A0}">
      <dsp:nvSpPr>
        <dsp:cNvPr id="13" name="Rounded Rectangle 12"/>
        <dsp:cNvSpPr/>
      </dsp:nvSpPr>
      <dsp:spPr bwMode="white">
        <a:xfrm>
          <a:off x="379794" y="2658047"/>
          <a:ext cx="5317109" cy="56088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200974" tIns="0" rIns="200974"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b="1"/>
            <a:t>M. Amir   BS IT</a:t>
          </a:r>
          <a:endParaRPr lang="en-US" b="1"/>
        </a:p>
      </dsp:txBody>
      <dsp:txXfrm>
        <a:off x="379794" y="2658047"/>
        <a:ext cx="5317109" cy="560880"/>
      </dsp:txXfrm>
    </dsp:sp>
    <dsp:sp modelId="{65406A9E-4F1A-4BDF-A06D-623187F61451}">
      <dsp:nvSpPr>
        <dsp:cNvPr id="17" name="Rectangles 16"/>
        <dsp:cNvSpPr/>
      </dsp:nvSpPr>
      <dsp:spPr bwMode="white">
        <a:xfrm>
          <a:off x="0" y="3800328"/>
          <a:ext cx="7595870" cy="478800"/>
        </a:xfrm>
        <a:prstGeom prst="rect">
          <a:avLst/>
        </a:prstGeom>
      </dsp:spPr>
      <dsp:style>
        <a:lnRef idx="2">
          <a:schemeClr val="accent1"/>
        </a:lnRef>
        <a:fillRef idx="1">
          <a:schemeClr val="lt1">
            <a:alpha val="90000"/>
          </a:schemeClr>
        </a:fillRef>
        <a:effectRef idx="0">
          <a:scrgbClr r="0" g="0" b="0"/>
        </a:effectRef>
        <a:fontRef idx="minor"/>
      </dsp:style>
      <dsp:txBody>
        <a:bodyPr lIns="589523" tIns="395731" rIns="589523"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3800328"/>
        <a:ext cx="7595870" cy="478800"/>
      </dsp:txXfrm>
    </dsp:sp>
    <dsp:sp modelId="{92B42A42-1A9B-4EE5-9BB4-60D955E1E1A4}">
      <dsp:nvSpPr>
        <dsp:cNvPr id="16" name="Rounded Rectangle 15"/>
        <dsp:cNvSpPr/>
      </dsp:nvSpPr>
      <dsp:spPr bwMode="white">
        <a:xfrm>
          <a:off x="379794" y="3519888"/>
          <a:ext cx="5317109" cy="56088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200974" tIns="0" rIns="200974"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b="1"/>
            <a:t>Hifza Anmol BS IT  455 </a:t>
          </a:r>
          <a:endParaRPr lang="en-US"/>
        </a:p>
      </dsp:txBody>
      <dsp:txXfrm>
        <a:off x="379794" y="3519888"/>
        <a:ext cx="5317109" cy="560880"/>
      </dsp:txXfrm>
    </dsp:sp>
    <dsp:sp modelId="{CA337BB7-A492-4FEB-851D-1C9685783403}">
      <dsp:nvSpPr>
        <dsp:cNvPr id="3" name="Rectangles 2" hidden="1"/>
        <dsp:cNvSpPr/>
      </dsp:nvSpPr>
      <dsp:spPr>
        <a:xfrm>
          <a:off x="0" y="72527"/>
          <a:ext cx="379794" cy="560880"/>
        </a:xfrm>
        <a:prstGeom prst="rect">
          <a:avLst/>
        </a:prstGeom>
      </dsp:spPr>
      <dsp:txXfrm>
        <a:off x="0" y="72527"/>
        <a:ext cx="379794" cy="560880"/>
      </dsp:txXfrm>
    </dsp:sp>
    <dsp:sp modelId="{901C6F9C-0FE1-44AE-BC45-9445B54406B8}">
      <dsp:nvSpPr>
        <dsp:cNvPr id="6" name="Rectangles 5" hidden="1"/>
        <dsp:cNvSpPr/>
      </dsp:nvSpPr>
      <dsp:spPr>
        <a:xfrm>
          <a:off x="0" y="934367"/>
          <a:ext cx="379794" cy="560880"/>
        </a:xfrm>
        <a:prstGeom prst="rect">
          <a:avLst/>
        </a:prstGeom>
      </dsp:spPr>
      <dsp:txXfrm>
        <a:off x="0" y="934367"/>
        <a:ext cx="379794" cy="560880"/>
      </dsp:txXfrm>
    </dsp:sp>
    <dsp:sp modelId="{9C4E317B-39B1-456C-B7D3-333C9FEB94FB}">
      <dsp:nvSpPr>
        <dsp:cNvPr id="9" name="Rectangles 8" hidden="1"/>
        <dsp:cNvSpPr/>
      </dsp:nvSpPr>
      <dsp:spPr>
        <a:xfrm>
          <a:off x="0" y="1796207"/>
          <a:ext cx="379794" cy="560880"/>
        </a:xfrm>
        <a:prstGeom prst="rect">
          <a:avLst/>
        </a:prstGeom>
      </dsp:spPr>
      <dsp:txXfrm>
        <a:off x="0" y="1796207"/>
        <a:ext cx="379794" cy="560880"/>
      </dsp:txXfrm>
    </dsp:sp>
    <dsp:sp modelId="{ED503529-3914-41EC-BFD1-05D49FEE5D3F}">
      <dsp:nvSpPr>
        <dsp:cNvPr id="12" name="Rectangles 11" hidden="1"/>
        <dsp:cNvSpPr/>
      </dsp:nvSpPr>
      <dsp:spPr>
        <a:xfrm>
          <a:off x="0" y="2658047"/>
          <a:ext cx="379794" cy="560880"/>
        </a:xfrm>
        <a:prstGeom prst="rect">
          <a:avLst/>
        </a:prstGeom>
      </dsp:spPr>
      <dsp:txXfrm>
        <a:off x="0" y="2658047"/>
        <a:ext cx="379794" cy="560880"/>
      </dsp:txXfrm>
    </dsp:sp>
    <dsp:sp modelId="{A570BD69-168F-4BF1-8195-21DD2D203262}">
      <dsp:nvSpPr>
        <dsp:cNvPr id="15" name="Rectangles 14" hidden="1"/>
        <dsp:cNvSpPr/>
      </dsp:nvSpPr>
      <dsp:spPr>
        <a:xfrm>
          <a:off x="0" y="3519888"/>
          <a:ext cx="379794" cy="560880"/>
        </a:xfrm>
        <a:prstGeom prst="rect">
          <a:avLst/>
        </a:prstGeom>
      </dsp:spPr>
      <dsp:txXfrm>
        <a:off x="0" y="3519888"/>
        <a:ext cx="379794" cy="560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156531" cy="4333679"/>
        <a:chOff x="0" y="0"/>
        <a:chExt cx="10156531" cy="4333679"/>
      </a:xfrm>
    </dsp:grpSpPr>
    <dsp:sp modelId="{DB9AA6C3-7B4A-4A30-A6FD-3336EF767194}">
      <dsp:nvSpPr>
        <dsp:cNvPr id="3" name="Rounded Rectangle 2"/>
        <dsp:cNvSpPr/>
      </dsp:nvSpPr>
      <dsp:spPr bwMode="white">
        <a:xfrm>
          <a:off x="0" y="0"/>
          <a:ext cx="10156531" cy="722280"/>
        </a:xfrm>
        <a:prstGeom prst="roundRect">
          <a:avLst>
            <a:gd name="adj" fmla="val 10000"/>
          </a:avLst>
        </a:prstGeom>
      </dsp:spPr>
      <dsp:style>
        <a:lnRef idx="0">
          <a:schemeClr val="lt1">
            <a:alpha val="0"/>
          </a:schemeClr>
        </a:lnRef>
        <a:fillRef idx="1">
          <a:schemeClr val="accent2"/>
        </a:fillRef>
        <a:effectRef idx="0">
          <a:scrgbClr r="0" g="0" b="0"/>
        </a:effectRef>
        <a:fontRef idx="minor"/>
      </dsp:style>
      <dsp:txXfrm>
        <a:off x="0" y="0"/>
        <a:ext cx="10156531" cy="722280"/>
      </dsp:txXfrm>
    </dsp:sp>
    <dsp:sp modelId="{5EBFC9A6-ADBD-4864-9935-9372F880489D}">
      <dsp:nvSpPr>
        <dsp:cNvPr id="4" name="Rectangles 3"/>
        <dsp:cNvSpPr/>
      </dsp:nvSpPr>
      <dsp:spPr bwMode="white">
        <a:xfrm>
          <a:off x="218490" y="162513"/>
          <a:ext cx="397254" cy="397254"/>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sp:spPr>
      <dsp:style>
        <a:lnRef idx="2">
          <a:schemeClr val="lt1">
            <a:alpha val="0"/>
          </a:schemeClr>
        </a:lnRef>
        <a:fillRef idx="1">
          <a:schemeClr val="bg1"/>
        </a:fillRef>
        <a:effectRef idx="0">
          <a:scrgbClr r="0" g="0" b="0"/>
        </a:effectRef>
        <a:fontRef idx="minor">
          <a:schemeClr val="lt1"/>
        </a:fontRef>
      </dsp:style>
      <dsp:txXfrm>
        <a:off x="218490" y="162513"/>
        <a:ext cx="397254" cy="397254"/>
      </dsp:txXfrm>
    </dsp:sp>
    <dsp:sp modelId="{CCD9AB9A-DEBC-466B-B666-88215D59900C}">
      <dsp:nvSpPr>
        <dsp:cNvPr id="5" name="Rectangles 4"/>
        <dsp:cNvSpPr/>
      </dsp:nvSpPr>
      <dsp:spPr bwMode="white">
        <a:xfrm>
          <a:off x="834233" y="0"/>
          <a:ext cx="9322298" cy="7222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441" tIns="76441" rIns="76441" bIns="76441"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US">
              <a:solidFill>
                <a:schemeClr val="bg1"/>
              </a:solidFill>
            </a:rPr>
            <a:t>Allows sharing of files and folders. </a:t>
          </a:r>
          <a:endParaRPr>
            <a:solidFill>
              <a:schemeClr val="bg1"/>
            </a:solidFill>
          </a:endParaRPr>
        </a:p>
      </dsp:txBody>
      <dsp:txXfrm>
        <a:off x="834233" y="0"/>
        <a:ext cx="9322298" cy="722280"/>
      </dsp:txXfrm>
    </dsp:sp>
    <dsp:sp modelId="{61A35792-4668-49FB-ADB0-72611C0119F8}">
      <dsp:nvSpPr>
        <dsp:cNvPr id="6" name="Rounded Rectangle 5"/>
        <dsp:cNvSpPr/>
      </dsp:nvSpPr>
      <dsp:spPr bwMode="white">
        <a:xfrm>
          <a:off x="0" y="902850"/>
          <a:ext cx="10156531" cy="722280"/>
        </a:xfrm>
        <a:prstGeom prst="roundRect">
          <a:avLst>
            <a:gd name="adj" fmla="val 10000"/>
          </a:avLst>
        </a:prstGeom>
      </dsp:spPr>
      <dsp:style>
        <a:lnRef idx="0">
          <a:schemeClr val="lt1">
            <a:alpha val="0"/>
          </a:schemeClr>
        </a:lnRef>
        <a:fillRef idx="1">
          <a:schemeClr val="accent3"/>
        </a:fillRef>
        <a:effectRef idx="0">
          <a:scrgbClr r="0" g="0" b="0"/>
        </a:effectRef>
        <a:fontRef idx="minor"/>
      </dsp:style>
      <dsp:txXfrm>
        <a:off x="0" y="902850"/>
        <a:ext cx="10156531" cy="722280"/>
      </dsp:txXfrm>
    </dsp:sp>
    <dsp:sp modelId="{F5C1A82B-FAD1-481A-BE3F-C260E3A8447C}">
      <dsp:nvSpPr>
        <dsp:cNvPr id="7" name="Rectangles 6"/>
        <dsp:cNvSpPr/>
      </dsp:nvSpPr>
      <dsp:spPr bwMode="white">
        <a:xfrm>
          <a:off x="218490" y="1065363"/>
          <a:ext cx="397254" cy="397254"/>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sp:spPr>
      <dsp:style>
        <a:lnRef idx="2">
          <a:schemeClr val="lt1">
            <a:alpha val="0"/>
          </a:schemeClr>
        </a:lnRef>
        <a:fillRef idx="1">
          <a:schemeClr val="bg1"/>
        </a:fillRef>
        <a:effectRef idx="0">
          <a:scrgbClr r="0" g="0" b="0"/>
        </a:effectRef>
        <a:fontRef idx="minor">
          <a:schemeClr val="lt1"/>
        </a:fontRef>
      </dsp:style>
      <dsp:txXfrm>
        <a:off x="218490" y="1065363"/>
        <a:ext cx="397254" cy="397254"/>
      </dsp:txXfrm>
    </dsp:sp>
    <dsp:sp modelId="{529FD93A-CE38-46B9-8B77-8C63908AB76D}">
      <dsp:nvSpPr>
        <dsp:cNvPr id="8" name="Rectangles 7"/>
        <dsp:cNvSpPr/>
      </dsp:nvSpPr>
      <dsp:spPr bwMode="white">
        <a:xfrm>
          <a:off x="834233" y="902850"/>
          <a:ext cx="9322298" cy="7222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441" tIns="76441" rIns="76441" bIns="76441"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US">
              <a:solidFill>
                <a:schemeClr val="bg1"/>
              </a:solidFill>
            </a:rPr>
            <a:t>Multiple users or locations can link to the same file.</a:t>
          </a:r>
          <a:endParaRPr>
            <a:solidFill>
              <a:schemeClr val="bg1"/>
            </a:solidFill>
          </a:endParaRPr>
        </a:p>
      </dsp:txBody>
      <dsp:txXfrm>
        <a:off x="834233" y="902850"/>
        <a:ext cx="9322298" cy="722280"/>
      </dsp:txXfrm>
    </dsp:sp>
    <dsp:sp modelId="{5116E956-70BA-49E1-957D-32F0C5DCDEB7}">
      <dsp:nvSpPr>
        <dsp:cNvPr id="9" name="Rounded Rectangle 8"/>
        <dsp:cNvSpPr/>
      </dsp:nvSpPr>
      <dsp:spPr bwMode="white">
        <a:xfrm>
          <a:off x="0" y="1805700"/>
          <a:ext cx="10156531" cy="722280"/>
        </a:xfrm>
        <a:prstGeom prst="roundRect">
          <a:avLst>
            <a:gd name="adj" fmla="val 10000"/>
          </a:avLst>
        </a:prstGeom>
      </dsp:spPr>
      <dsp:style>
        <a:lnRef idx="0">
          <a:schemeClr val="lt1">
            <a:alpha val="0"/>
          </a:schemeClr>
        </a:lnRef>
        <a:fillRef idx="1">
          <a:schemeClr val="accent4"/>
        </a:fillRef>
        <a:effectRef idx="0">
          <a:scrgbClr r="0" g="0" b="0"/>
        </a:effectRef>
        <a:fontRef idx="minor"/>
      </dsp:style>
      <dsp:txXfrm>
        <a:off x="0" y="1805700"/>
        <a:ext cx="10156531" cy="722280"/>
      </dsp:txXfrm>
    </dsp:sp>
    <dsp:sp modelId="{609910C4-6AA0-463B-BD03-4B49C3A950F5}">
      <dsp:nvSpPr>
        <dsp:cNvPr id="10" name="Rectangles 9"/>
        <dsp:cNvSpPr/>
      </dsp:nvSpPr>
      <dsp:spPr bwMode="white">
        <a:xfrm>
          <a:off x="218490" y="1968213"/>
          <a:ext cx="397254" cy="397254"/>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sp:spPr>
      <dsp:style>
        <a:lnRef idx="2">
          <a:schemeClr val="lt1">
            <a:alpha val="0"/>
          </a:schemeClr>
        </a:lnRef>
        <a:fillRef idx="1">
          <a:schemeClr val="bg1"/>
        </a:fillRef>
        <a:effectRef idx="0">
          <a:scrgbClr r="0" g="0" b="0"/>
        </a:effectRef>
        <a:fontRef idx="minor">
          <a:schemeClr val="lt1"/>
        </a:fontRef>
      </dsp:style>
      <dsp:txXfrm>
        <a:off x="218490" y="1968213"/>
        <a:ext cx="397254" cy="397254"/>
      </dsp:txXfrm>
    </dsp:sp>
    <dsp:sp modelId="{47E25654-011D-4460-ACF3-39017F2D4F5D}">
      <dsp:nvSpPr>
        <dsp:cNvPr id="11" name="Rectangles 10"/>
        <dsp:cNvSpPr/>
      </dsp:nvSpPr>
      <dsp:spPr bwMode="white">
        <a:xfrm>
          <a:off x="834233" y="1805700"/>
          <a:ext cx="9322298" cy="7222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441" tIns="76441" rIns="76441" bIns="76441"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US">
              <a:solidFill>
                <a:schemeClr val="bg1"/>
              </a:solidFill>
            </a:rPr>
            <a:t>No cycles allowed, to prevent endless loops.</a:t>
          </a:r>
          <a:endParaRPr>
            <a:solidFill>
              <a:schemeClr val="bg1"/>
            </a:solidFill>
          </a:endParaRPr>
        </a:p>
      </dsp:txBody>
      <dsp:txXfrm>
        <a:off x="834233" y="1805700"/>
        <a:ext cx="9322298" cy="722280"/>
      </dsp:txXfrm>
    </dsp:sp>
    <dsp:sp modelId="{9BABDC50-08FC-45D5-B66C-4A5A7027652A}">
      <dsp:nvSpPr>
        <dsp:cNvPr id="12" name="Rounded Rectangle 11"/>
        <dsp:cNvSpPr/>
      </dsp:nvSpPr>
      <dsp:spPr bwMode="white">
        <a:xfrm>
          <a:off x="0" y="2708549"/>
          <a:ext cx="10156531" cy="722280"/>
        </a:xfrm>
        <a:prstGeom prst="roundRect">
          <a:avLst>
            <a:gd name="adj" fmla="val 10000"/>
          </a:avLst>
        </a:prstGeom>
      </dsp:spPr>
      <dsp:style>
        <a:lnRef idx="0">
          <a:schemeClr val="lt1">
            <a:alpha val="0"/>
          </a:schemeClr>
        </a:lnRef>
        <a:fillRef idx="1">
          <a:schemeClr val="accent5"/>
        </a:fillRef>
        <a:effectRef idx="0">
          <a:scrgbClr r="0" g="0" b="0"/>
        </a:effectRef>
        <a:fontRef idx="minor"/>
      </dsp:style>
      <dsp:txXfrm>
        <a:off x="0" y="2708549"/>
        <a:ext cx="10156531" cy="722280"/>
      </dsp:txXfrm>
    </dsp:sp>
    <dsp:sp modelId="{E9248C64-35A0-4630-B5AC-7953EA1A1F75}">
      <dsp:nvSpPr>
        <dsp:cNvPr id="13" name="Rectangles 12"/>
        <dsp:cNvSpPr/>
      </dsp:nvSpPr>
      <dsp:spPr bwMode="white">
        <a:xfrm>
          <a:off x="218490" y="2871062"/>
          <a:ext cx="397254" cy="397254"/>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sp:spPr>
      <dsp:style>
        <a:lnRef idx="2">
          <a:schemeClr val="lt1">
            <a:alpha val="0"/>
          </a:schemeClr>
        </a:lnRef>
        <a:fillRef idx="1">
          <a:schemeClr val="bg1"/>
        </a:fillRef>
        <a:effectRef idx="0">
          <a:scrgbClr r="0" g="0" b="0"/>
        </a:effectRef>
        <a:fontRef idx="minor">
          <a:schemeClr val="lt1"/>
        </a:fontRef>
      </dsp:style>
      <dsp:txXfrm>
        <a:off x="218490" y="2871062"/>
        <a:ext cx="397254" cy="397254"/>
      </dsp:txXfrm>
    </dsp:sp>
    <dsp:sp modelId="{6ACA4720-34D3-439C-8575-C9D089B2C1BC}">
      <dsp:nvSpPr>
        <dsp:cNvPr id="14" name="Rectangles 13"/>
        <dsp:cNvSpPr/>
      </dsp:nvSpPr>
      <dsp:spPr bwMode="white">
        <a:xfrm>
          <a:off x="834233" y="2708549"/>
          <a:ext cx="9322298" cy="7222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441" tIns="76441" rIns="76441" bIns="76441"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US">
              <a:solidFill>
                <a:schemeClr val="bg1"/>
              </a:solidFill>
            </a:rPr>
            <a:t>*Example:*File "project.docx" appears in both /home/ali/work and /home/team/shared using links.</a:t>
          </a:r>
          <a:endParaRPr>
            <a:solidFill>
              <a:schemeClr val="bg1"/>
            </a:solidFill>
          </a:endParaRPr>
        </a:p>
      </dsp:txBody>
      <dsp:txXfrm>
        <a:off x="834233" y="2708549"/>
        <a:ext cx="9322298" cy="722280"/>
      </dsp:txXfrm>
    </dsp:sp>
    <dsp:sp modelId="{EF0E4264-EC7B-4F86-8341-B80033BD05E1}">
      <dsp:nvSpPr>
        <dsp:cNvPr id="15" name="Rounded Rectangle 14"/>
        <dsp:cNvSpPr/>
      </dsp:nvSpPr>
      <dsp:spPr bwMode="white">
        <a:xfrm>
          <a:off x="0" y="3611399"/>
          <a:ext cx="10156531" cy="722280"/>
        </a:xfrm>
        <a:prstGeom prst="roundRect">
          <a:avLst>
            <a:gd name="adj" fmla="val 10000"/>
          </a:avLst>
        </a:prstGeom>
      </dsp:spPr>
      <dsp:style>
        <a:lnRef idx="0">
          <a:schemeClr val="lt1">
            <a:alpha val="0"/>
          </a:schemeClr>
        </a:lnRef>
        <a:fillRef idx="1">
          <a:schemeClr val="accent6"/>
        </a:fillRef>
        <a:effectRef idx="0">
          <a:scrgbClr r="0" g="0" b="0"/>
        </a:effectRef>
        <a:fontRef idx="minor"/>
      </dsp:style>
      <dsp:txXfrm>
        <a:off x="0" y="3611399"/>
        <a:ext cx="10156531" cy="722280"/>
      </dsp:txXfrm>
    </dsp:sp>
    <dsp:sp modelId="{3D013619-56B1-4CFB-85BB-4B118178F1B8}">
      <dsp:nvSpPr>
        <dsp:cNvPr id="16" name="Rectangles 15"/>
        <dsp:cNvSpPr/>
      </dsp:nvSpPr>
      <dsp:spPr bwMode="white">
        <a:xfrm>
          <a:off x="218490" y="3773912"/>
          <a:ext cx="397254" cy="397254"/>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sp:spPr>
      <dsp:style>
        <a:lnRef idx="2">
          <a:schemeClr val="lt1">
            <a:alpha val="0"/>
          </a:schemeClr>
        </a:lnRef>
        <a:fillRef idx="1">
          <a:schemeClr val="bg1"/>
        </a:fillRef>
        <a:effectRef idx="0">
          <a:scrgbClr r="0" g="0" b="0"/>
        </a:effectRef>
        <a:fontRef idx="minor">
          <a:schemeClr val="lt1"/>
        </a:fontRef>
      </dsp:style>
      <dsp:txXfrm>
        <a:off x="218490" y="3773912"/>
        <a:ext cx="397254" cy="397254"/>
      </dsp:txXfrm>
    </dsp:sp>
    <dsp:sp modelId="{138D5963-0818-4CDF-BF4F-2E43121CC96F}">
      <dsp:nvSpPr>
        <dsp:cNvPr id="17" name="Rectangles 16"/>
        <dsp:cNvSpPr/>
      </dsp:nvSpPr>
      <dsp:spPr bwMode="white">
        <a:xfrm>
          <a:off x="834233" y="3611399"/>
          <a:ext cx="9322298" cy="7222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441" tIns="76441" rIns="76441" bIns="76441"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US">
              <a:solidFill>
                <a:schemeClr val="bg1"/>
              </a:solidFill>
            </a:rPr>
            <a:t>This structure supports teamwork. A single file can be accessed by different users from different places.</a:t>
          </a:r>
          <a:endParaRPr>
            <a:solidFill>
              <a:schemeClr val="bg1"/>
            </a:solidFill>
          </a:endParaRPr>
        </a:p>
      </dsp:txBody>
      <dsp:txXfrm>
        <a:off x="834233" y="3611399"/>
        <a:ext cx="9322298" cy="72228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181600" cy="4351338"/>
        <a:chOff x="0" y="0"/>
        <a:chExt cx="5181600" cy="4351338"/>
      </a:xfrm>
    </dsp:grpSpPr>
    <dsp:sp modelId="{B509C072-597F-4710-9746-2CD300338510}">
      <dsp:nvSpPr>
        <dsp:cNvPr id="3" name="Rounded Rectangle 2"/>
        <dsp:cNvSpPr/>
      </dsp:nvSpPr>
      <dsp:spPr bwMode="white">
        <a:xfrm>
          <a:off x="0" y="0"/>
          <a:ext cx="51816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0"/>
        <a:ext cx="5181600" cy="916071"/>
      </dsp:txXfrm>
    </dsp:sp>
    <dsp:sp modelId="{3279771B-7C58-4E12-82B1-372C636A953B}">
      <dsp:nvSpPr>
        <dsp:cNvPr id="4" name="Rectangles 3"/>
        <dsp:cNvSpPr/>
      </dsp:nvSpPr>
      <dsp:spPr bwMode="white">
        <a:xfrm>
          <a:off x="277112" y="206116"/>
          <a:ext cx="503839" cy="503839"/>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206116"/>
        <a:ext cx="503839" cy="503839"/>
      </dsp:txXfrm>
    </dsp:sp>
    <dsp:sp modelId="{59BC31B2-370E-423B-89E7-4A117F7B5484}">
      <dsp:nvSpPr>
        <dsp:cNvPr id="5" name="Rectangles 4"/>
        <dsp:cNvSpPr/>
      </dsp:nvSpPr>
      <dsp:spPr bwMode="white">
        <a:xfrm>
          <a:off x="1058062" y="0"/>
          <a:ext cx="41235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solidFill>
                <a:schemeClr val="tx1"/>
              </a:solidFill>
            </a:rPr>
            <a:t>When many files are requested, the system decides which one to read/write first using scheduling.</a:t>
          </a:r>
          <a:endParaRPr>
            <a:solidFill>
              <a:schemeClr val="tx1"/>
            </a:solidFill>
          </a:endParaRPr>
        </a:p>
      </dsp:txBody>
      <dsp:txXfrm>
        <a:off x="1058062" y="0"/>
        <a:ext cx="4123538" cy="916071"/>
      </dsp:txXfrm>
    </dsp:sp>
    <dsp:sp modelId="{4451906B-FF68-463A-87C2-4C6EF875D1F1}">
      <dsp:nvSpPr>
        <dsp:cNvPr id="6" name="Rounded Rectangle 5"/>
        <dsp:cNvSpPr/>
      </dsp:nvSpPr>
      <dsp:spPr bwMode="white">
        <a:xfrm>
          <a:off x="0" y="1145089"/>
          <a:ext cx="51816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145089"/>
        <a:ext cx="5181600" cy="916071"/>
      </dsp:txXfrm>
    </dsp:sp>
    <dsp:sp modelId="{7BA789B7-B484-4051-894E-751679BE7D6B}">
      <dsp:nvSpPr>
        <dsp:cNvPr id="7" name="Rectangles 6"/>
        <dsp:cNvSpPr/>
      </dsp:nvSpPr>
      <dsp:spPr bwMode="white">
        <a:xfrm>
          <a:off x="277112" y="1351205"/>
          <a:ext cx="503839" cy="503839"/>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1351205"/>
        <a:ext cx="503839" cy="503839"/>
      </dsp:txXfrm>
    </dsp:sp>
    <dsp:sp modelId="{F5613E26-4CD1-4208-97DE-A7895E2C6789}">
      <dsp:nvSpPr>
        <dsp:cNvPr id="8" name="Rectangles 7"/>
        <dsp:cNvSpPr/>
      </dsp:nvSpPr>
      <dsp:spPr bwMode="white">
        <a:xfrm>
          <a:off x="1058062" y="1145089"/>
          <a:ext cx="41235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solidFill>
                <a:schemeClr val="tx1"/>
              </a:solidFill>
            </a:rPr>
            <a:t>FCFS (First Come First Serve):* Processes requests in order they came.</a:t>
          </a:r>
          <a:endParaRPr>
            <a:solidFill>
              <a:schemeClr val="tx1"/>
            </a:solidFill>
          </a:endParaRPr>
        </a:p>
      </dsp:txBody>
      <dsp:txXfrm>
        <a:off x="1058062" y="1145089"/>
        <a:ext cx="4123538" cy="916071"/>
      </dsp:txXfrm>
    </dsp:sp>
    <dsp:sp modelId="{49841DE9-4CFC-4412-A9F3-1BF751327991}">
      <dsp:nvSpPr>
        <dsp:cNvPr id="9" name="Rounded Rectangle 8"/>
        <dsp:cNvSpPr/>
      </dsp:nvSpPr>
      <dsp:spPr bwMode="white">
        <a:xfrm>
          <a:off x="0" y="2290178"/>
          <a:ext cx="51816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2290178"/>
        <a:ext cx="5181600" cy="916071"/>
      </dsp:txXfrm>
    </dsp:sp>
    <dsp:sp modelId="{A698FECC-1B14-4122-B710-062F8C558B25}">
      <dsp:nvSpPr>
        <dsp:cNvPr id="10" name="Rectangles 9"/>
        <dsp:cNvSpPr/>
      </dsp:nvSpPr>
      <dsp:spPr bwMode="white">
        <a:xfrm>
          <a:off x="277112" y="2496294"/>
          <a:ext cx="503839" cy="503839"/>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2496294"/>
        <a:ext cx="503839" cy="503839"/>
      </dsp:txXfrm>
    </dsp:sp>
    <dsp:sp modelId="{A4FCA501-86BA-41E8-B6E8-E00B5B7AF430}">
      <dsp:nvSpPr>
        <dsp:cNvPr id="11" name="Rectangles 10"/>
        <dsp:cNvSpPr/>
      </dsp:nvSpPr>
      <dsp:spPr bwMode="white">
        <a:xfrm>
          <a:off x="1058062" y="2290178"/>
          <a:ext cx="41235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solidFill>
                <a:schemeClr val="tx1"/>
              </a:solidFill>
            </a:rPr>
            <a:t>SSTF (Shortest Seek Time First):* Picks the nearest request to reduce movement.</a:t>
          </a:r>
          <a:endParaRPr>
            <a:solidFill>
              <a:schemeClr val="tx1"/>
            </a:solidFill>
          </a:endParaRPr>
        </a:p>
      </dsp:txBody>
      <dsp:txXfrm>
        <a:off x="1058062" y="2290178"/>
        <a:ext cx="4123538" cy="916071"/>
      </dsp:txXfrm>
    </dsp:sp>
    <dsp:sp modelId="{AAAA0434-D92C-4025-99F7-EACAD875A551}">
      <dsp:nvSpPr>
        <dsp:cNvPr id="12" name="Rounded Rectangle 11"/>
        <dsp:cNvSpPr/>
      </dsp:nvSpPr>
      <dsp:spPr bwMode="white">
        <a:xfrm>
          <a:off x="0" y="3435267"/>
          <a:ext cx="51816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3435267"/>
        <a:ext cx="5181600" cy="916071"/>
      </dsp:txXfrm>
    </dsp:sp>
    <dsp:sp modelId="{277C4984-1B8C-4F76-B443-34B269E53CCE}">
      <dsp:nvSpPr>
        <dsp:cNvPr id="13" name="Rectangles 12"/>
        <dsp:cNvSpPr/>
      </dsp:nvSpPr>
      <dsp:spPr bwMode="white">
        <a:xfrm>
          <a:off x="277112" y="3641383"/>
          <a:ext cx="503839" cy="50383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3641383"/>
        <a:ext cx="503839" cy="503839"/>
      </dsp:txXfrm>
    </dsp:sp>
    <dsp:sp modelId="{DECDA7FF-CAF1-46C6-BB99-9EB64EC2A7D6}">
      <dsp:nvSpPr>
        <dsp:cNvPr id="14" name="Rectangles 13"/>
        <dsp:cNvSpPr/>
      </dsp:nvSpPr>
      <dsp:spPr bwMode="white">
        <a:xfrm>
          <a:off x="1058062" y="3435267"/>
          <a:ext cx="41235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solidFill>
                <a:schemeClr val="tx1"/>
              </a:solidFill>
            </a:rPr>
            <a:t>SCAN:* Moves the read/write head back and forth like an elevator.</a:t>
          </a:r>
          <a:endParaRPr>
            <a:solidFill>
              <a:schemeClr val="tx1"/>
            </a:solidFill>
          </a:endParaRPr>
        </a:p>
      </dsp:txBody>
      <dsp:txXfrm>
        <a:off x="1058062" y="3435267"/>
        <a:ext cx="4123538" cy="916071"/>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atin typeface="+mn-lt"/>
              </a:defRPr>
            </a:lvl1pPr>
          </a:lstStyle>
          <a:p>
            <a:fld id="{11A6662E-FAF4-44BC-88B5-85A7CBFB6D30}" type="datetime1">
              <a:rPr lang="en-US" smtClean="0"/>
            </a:fld>
            <a:endParaRPr lang="en-US"/>
          </a:p>
        </p:txBody>
      </p:sp>
      <p:sp>
        <p:nvSpPr>
          <p:cNvPr id="5" name="Footer Placeholder 4"/>
          <p:cNvSpPr>
            <a:spLocks noGrp="1"/>
          </p:cNvSpPr>
          <p:nvPr>
            <p:ph type="ftr" sz="quarter" idx="11"/>
          </p:nvPr>
        </p:nvSpPr>
        <p:spPr/>
        <p:txBody>
          <a:bodyPr/>
          <a:lstStyle>
            <a:lvl1pPr>
              <a:defRPr>
                <a:latin typeface="+mn-lt"/>
              </a:defRPr>
            </a:lvl1pPr>
          </a:lstStyle>
          <a:p>
            <a:endParaRPr lang="en-US"/>
          </a:p>
        </p:txBody>
      </p:sp>
      <p:sp>
        <p:nvSpPr>
          <p:cNvPr id="6" name="Slide Number Placeholder 5"/>
          <p:cNvSpPr>
            <a:spLocks noGrp="1"/>
          </p:cNvSpPr>
          <p:nvPr>
            <p:ph type="sldNum" sz="quarter" idx="12"/>
          </p:nvPr>
        </p:nvSpPr>
        <p:spPr/>
        <p:txBody>
          <a:bodyPr/>
          <a:lstStyle>
            <a:lvl1pPr>
              <a:defRPr>
                <a:latin typeface="+mn-lt"/>
              </a:defRPr>
            </a:lvl1pPr>
          </a:lstStyle>
          <a:p>
            <a:fld id="{73B850FF-6169-4056-8077-06FFA93A536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760"/>
            <a:ext cx="10515600" cy="1325563"/>
          </a:xfrm>
        </p:spPr>
        <p:txBody>
          <a:body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0055F08A-1E71-4B2B-BB49-E743F2903911}" type="datetime1">
              <a:rPr lang="en-US" smtClean="0"/>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5417D9E-721A-44BB-8863-9873FE64DA7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760"/>
            <a:ext cx="10515600" cy="1325563"/>
          </a:xfr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F31DA2F-80B8-49CF-99FB-5ABCA53A607A}"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666999"/>
            <a:ext cx="5157787" cy="35226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666999"/>
            <a:ext cx="5183188" cy="35226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8852172-E6C9-4B6C-929A-A9DE3837BBF1}"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760"/>
            <a:ext cx="10515600" cy="1325563"/>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AB41CFF-90C9-47B3-9DA1-F2BF8D839F7E}"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6048FA-06AB-4884-A69B-986B96E68A24}"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0DB7ABA-0172-4F9C-889D-567164F66BCD}"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8AC6A5B-8AE7-4A41-B5A7-9ADC6686DC18}"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C559632-1575-4E14-B53B-3DC3D5ED394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C4A6868-2568-4CC9-B302-F37117B01A6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p:cNvPicPr>
            <a:picLocks noChangeAspect="1"/>
          </p:cNvPicPr>
          <p:nvPr/>
        </p:nvPicPr>
        <p:blipFill>
          <a:blip r:embed="rId1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fld>
            <a:endParaRPr lang="en-US" dirty="0"/>
          </a:p>
        </p:txBody>
      </p:sp>
      <p:sp>
        <p:nvSpPr>
          <p:cNvPr id="5" name="Footer Placeholder 4"/>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microsoft.com/office/2007/relationships/diagramDrawing" Target="../diagrams/drawing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3" Type="http://schemas.openxmlformats.org/officeDocument/2006/relationships/diagramData" Target="../diagrams/data2.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pPr algn="l"/>
            <a:r>
              <a:rPr lang="en-US" dirty="0"/>
              <a:t>Directories and Disk Structures</a:t>
            </a:r>
            <a:endParaRPr lang="en-US" dirty="0"/>
          </a:p>
        </p:txBody>
      </p:sp>
      <p:graphicFrame>
        <p:nvGraphicFramePr>
          <p:cNvPr id="20" name="Subtitle 3"/>
          <p:cNvGraphicFramePr>
            <a:graphicFrameLocks noGrp="1"/>
          </p:cNvGraphicFramePr>
          <p:nvPr>
            <p:ph sz="half" idx="1"/>
          </p:nvPr>
        </p:nvGraphicFramePr>
        <p:xfrm>
          <a:off x="2021840" y="1825625"/>
          <a:ext cx="7595870" cy="435165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p:cNvSpPr>
            <a:spLocks noGrp="1" noRot="1" noChangeAspect="1" noMove="1" noResize="1" noEditPoints="1" noAdjustHandles="1" noChangeArrowheads="1" noChangeShapeType="1" noTextEdit="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76" name="Picture 75"/>
          <p:cNvPicPr>
            <a:picLocks noGrp="1" noRot="1" noChangeAspect="1" noMove="1" noResize="1" noEditPoints="1" noAdjustHandles="1" noChangeArrowheads="1" noChangeShapeType="1" noCrop="1"/>
          </p:cNvPicPr>
          <p:nvPr/>
        </p:nvPicPr>
        <p:blipFill>
          <a:blip r:embed="rId1">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77" name="Rectangle 76"/>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8" name="Rectangle 77"/>
          <p:cNvSpPr>
            <a:spLocks noGrp="1" noRot="1" noChangeAspect="1" noMove="1" noResize="1" noEditPoints="1" noAdjustHandles="1" noChangeArrowheads="1" noChangeShapeType="1" noTextEdit="1"/>
          </p:cNvSpPr>
          <p:nvPr/>
        </p:nvSpPr>
        <p:spPr>
          <a:xfrm>
            <a:off x="3048"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9" name="Rectangle 78"/>
          <p:cNvSpPr>
            <a:spLocks noGrp="1" noRot="1" noChangeAspect="1" noMove="1" noResize="1" noEditPoints="1" noAdjustHandles="1" noChangeArrowheads="1" noChangeShapeType="1" noTextEdit="1"/>
          </p:cNvSpPr>
          <p:nvPr/>
        </p:nvSpPr>
        <p:spPr>
          <a:xfrm rot="10800000">
            <a:off x="1525" y="0"/>
            <a:ext cx="12188951" cy="6858000"/>
          </a:xfrm>
          <a:prstGeom prst="rect">
            <a:avLst/>
          </a:prstGeom>
          <a:blipFill dpi="0" rotWithShape="1">
            <a:blip r:embed="rId2">
              <a:alphaModFix amt="15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Stack of files"/>
          <p:cNvPicPr>
            <a:picLocks noChangeAspect="1"/>
          </p:cNvPicPr>
          <p:nvPr/>
        </p:nvPicPr>
        <p:blipFill>
          <a:blip r:embed="rId3">
            <a:alphaModFix amt="60000"/>
          </a:blip>
          <a:srcRect t="15726" r="-1" b="-1"/>
          <a:stretch>
            <a:fillRect/>
          </a:stretch>
        </p:blipFill>
        <p:spPr>
          <a:xfrm>
            <a:off x="1524" y="688"/>
            <a:ext cx="12188952" cy="6856624"/>
          </a:xfrm>
          <a:prstGeom prst="rect">
            <a:avLst/>
          </a:prstGeom>
        </p:spPr>
      </p:pic>
      <p:sp>
        <p:nvSpPr>
          <p:cNvPr id="2" name="Title 1"/>
          <p:cNvSpPr>
            <a:spLocks noGrp="1"/>
          </p:cNvSpPr>
          <p:nvPr>
            <p:ph type="ctrTitle"/>
          </p:nvPr>
        </p:nvSpPr>
        <p:spPr>
          <a:xfrm>
            <a:off x="361886" y="2388497"/>
            <a:ext cx="3340768" cy="1884932"/>
          </a:xfrm>
        </p:spPr>
        <p:txBody>
          <a:bodyPr vert="horz" lIns="91440" tIns="45720" rIns="91440" bIns="45720" rtlCol="0" anchor="ctr">
            <a:normAutofit/>
          </a:bodyPr>
          <a:lstStyle/>
          <a:p>
            <a:pPr algn="l"/>
            <a:r>
              <a:rPr lang="en-US" dirty="0">
                <a:solidFill>
                  <a:srgbClr val="FFFFFF"/>
                </a:solidFill>
              </a:rPr>
              <a:t>What is a Directory?</a:t>
            </a:r>
            <a:endParaRPr lang="en-US" dirty="0">
              <a:solidFill>
                <a:srgbClr val="FFFFFF"/>
              </a:solidFill>
            </a:endParaRPr>
          </a:p>
        </p:txBody>
      </p:sp>
      <p:sp>
        <p:nvSpPr>
          <p:cNvPr id="3" name="Subtitle 2"/>
          <p:cNvSpPr>
            <a:spLocks noGrp="1"/>
          </p:cNvSpPr>
          <p:nvPr>
            <p:ph type="subTitle" idx="1"/>
          </p:nvPr>
        </p:nvSpPr>
        <p:spPr>
          <a:xfrm>
            <a:off x="4296578" y="1103093"/>
            <a:ext cx="6876699" cy="5017076"/>
          </a:xfrm>
        </p:spPr>
        <p:txBody>
          <a:bodyPr vert="horz" lIns="91440" tIns="45720" rIns="91440" bIns="45720" rtlCol="0" anchor="ctr">
            <a:normAutofit/>
          </a:bodyPr>
          <a:lstStyle/>
          <a:p>
            <a:pPr indent="-228600" algn="l">
              <a:buFont typeface="Arial" panose="020B0604020202020204" pitchFamily="34" charset="0"/>
              <a:buChar char="•"/>
            </a:pPr>
            <a:r>
              <a:rPr lang="en-US" b="1" dirty="0">
                <a:solidFill>
                  <a:schemeClr val="tx1"/>
                </a:solidFill>
              </a:rPr>
              <a:t>A directory is a system-managed structure used to organize and store files. It acts like a container or folder where related files can be grouped logically. Each directory holds metadata about files, like their names, sizes, and permissions.</a:t>
            </a:r>
            <a:endParaRPr lang="en-US" b="1" dirty="0">
              <a:solidFill>
                <a:schemeClr val="tx1"/>
              </a:solidFill>
            </a:endParaRPr>
          </a:p>
          <a:p>
            <a:pPr indent="-228600" algn="l">
              <a:buFont typeface="Arial" panose="020B0604020202020204" pitchFamily="34" charset="0"/>
              <a:buChar char="•"/>
            </a:pPr>
            <a:r>
              <a:rPr lang="en-US" b="1" dirty="0">
                <a:solidFill>
                  <a:schemeClr val="tx1"/>
                </a:solidFill>
              </a:rPr>
              <a:t>Example: Windows: The "Documents" folder where Word files are stored. Linux: "/home/user/photos" holds a user’s image files.</a:t>
            </a:r>
            <a:endParaRPr lang="en-US" b="1" dirty="0">
              <a:solidFill>
                <a:schemeClr val="tx1"/>
              </a:solidFill>
            </a:endParaRPr>
          </a:p>
          <a:p>
            <a:pPr indent="-228600" algn="l">
              <a:buFont typeface="Arial" panose="020B0604020202020204" pitchFamily="34" charset="0"/>
              <a:buChar char="•"/>
            </a:pPr>
            <a:endParaRPr lang="en-US" b="1" dirty="0">
              <a:solidFill>
                <a:schemeClr val="tx1"/>
              </a:solidFill>
            </a:endParaRPr>
          </a:p>
          <a:p>
            <a:pPr indent="-228600" algn="l">
              <a:buFont typeface="Arial" panose="020B0604020202020204" pitchFamily="34" charset="0"/>
              <a:buChar char="•"/>
            </a:pPr>
            <a:r>
              <a:rPr lang="en-US" b="1" dirty="0">
                <a:solidFill>
                  <a:schemeClr val="tx1"/>
                </a:solidFill>
              </a:rPr>
              <a:t>Think of directories as virtual folders. They make it easier for users to find and manage files and help the system keep track of where data is stored.</a:t>
            </a:r>
            <a:endParaRPr lang="en-US" b="1" dirty="0">
              <a:solidFill>
                <a:schemeClr val="tx1"/>
              </a:solidFill>
            </a:endParaRP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Functions of a Directory</a:t>
            </a:r>
            <a:endParaRPr lang="en-US" sz="4000" dirty="0"/>
          </a:p>
        </p:txBody>
      </p:sp>
      <p:sp>
        <p:nvSpPr>
          <p:cNvPr id="3" name="Content Placeholder 2"/>
          <p:cNvSpPr/>
          <p:nvPr>
            <p:ph idx="1"/>
          </p:nvPr>
        </p:nvSpPr>
        <p:spPr>
          <a:xfrm>
            <a:off x="733425" y="1594485"/>
            <a:ext cx="10515600" cy="4195763"/>
          </a:xfrm>
        </p:spPr>
        <p:txBody>
          <a:bodyPr>
            <a:noAutofit/>
          </a:bodyPr>
          <a:p>
            <a:pPr marL="0" indent="0">
              <a:buNone/>
            </a:pPr>
            <a:r>
              <a:rPr lang="en-US" altLang="en-US" sz="2000"/>
              <a:t>Directories serve four key functions:</a:t>
            </a:r>
            <a:endParaRPr lang="en-US" altLang="en-US" sz="2000"/>
          </a:p>
          <a:p>
            <a:pPr marL="0" indent="0">
              <a:buNone/>
            </a:pPr>
            <a:endParaRPr lang="en-US" altLang="en-US" sz="2000"/>
          </a:p>
          <a:p>
            <a:r>
              <a:rPr lang="en-US" altLang="en-US" sz="2000" b="1"/>
              <a:t>Naming</a:t>
            </a:r>
            <a:r>
              <a:rPr lang="en-US" altLang="en-US" sz="2000"/>
              <a:t>: Each file is given a name to identify it uniquely within a directory.</a:t>
            </a:r>
            <a:endParaRPr lang="en-US" altLang="en-US" sz="2000"/>
          </a:p>
          <a:p>
            <a:r>
              <a:rPr lang="en-US" altLang="en-US" sz="2000" b="1"/>
              <a:t>Grouping</a:t>
            </a:r>
            <a:r>
              <a:rPr lang="en-US" altLang="en-US" sz="2000"/>
              <a:t>: Related files can be stored together, improving organization.</a:t>
            </a:r>
            <a:endParaRPr lang="en-US" altLang="en-US" sz="2000"/>
          </a:p>
          <a:p>
            <a:r>
              <a:rPr lang="en-US" altLang="en-US" sz="2000" b="1"/>
              <a:t>Access Control</a:t>
            </a:r>
            <a:r>
              <a:rPr lang="en-US" altLang="en-US" sz="2000"/>
              <a:t>: Permissions can be set to control who can read, write, or execute a file.</a:t>
            </a:r>
            <a:endParaRPr lang="en-US" altLang="en-US" sz="2000"/>
          </a:p>
          <a:p>
            <a:r>
              <a:rPr lang="en-US" altLang="en-US" sz="2000" b="1"/>
              <a:t>Navigation</a:t>
            </a:r>
            <a:r>
              <a:rPr lang="en-US" altLang="en-US" sz="2000"/>
              <a:t>: Directories help users and programs locate files through paths.</a:t>
            </a:r>
            <a:endParaRPr lang="en-US" altLang="en-US" sz="2000"/>
          </a:p>
          <a:p>
            <a:endParaRPr lang="en-US" altLang="en-US" sz="2000"/>
          </a:p>
          <a:p>
            <a:pPr marL="0" indent="0">
              <a:buNone/>
            </a:pPr>
            <a:r>
              <a:rPr lang="en-US" altLang="en-US" sz="2000" b="1"/>
              <a:t>Example</a:t>
            </a:r>
            <a:r>
              <a:rPr lang="en-US" altLang="en-US" sz="2000"/>
              <a:t>:</a:t>
            </a:r>
            <a:endParaRPr lang="en-US" altLang="en-US" sz="2000"/>
          </a:p>
          <a:p>
            <a:pPr marL="0" indent="0">
              <a:buNone/>
            </a:pPr>
            <a:r>
              <a:rPr lang="en-US" altLang="en-US" sz="2000"/>
              <a:t>A student may have a directory named "Assignments" containing files like "math.docx" and "science.pdf".</a:t>
            </a:r>
            <a:endParaRPr lang="en-US" altLang="en-US" sz="2000"/>
          </a:p>
          <a:p>
            <a:pPr marL="0" indent="0">
              <a:buNone/>
            </a:pPr>
            <a:endParaRPr lang="en-US" alt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Importance of Directories in Storage</a:t>
            </a:r>
            <a:endParaRPr lang="en-US" altLang="en-US" sz="4000" dirty="0"/>
          </a:p>
        </p:txBody>
      </p:sp>
      <p:sp>
        <p:nvSpPr>
          <p:cNvPr id="3" name="Content Placeholder 2"/>
          <p:cNvSpPr/>
          <p:nvPr>
            <p:ph idx="1"/>
          </p:nvPr>
        </p:nvSpPr>
        <p:spPr>
          <a:xfrm>
            <a:off x="733425" y="1594485"/>
            <a:ext cx="10515600" cy="4195763"/>
          </a:xfrm>
        </p:spPr>
        <p:txBody>
          <a:bodyPr>
            <a:noAutofit/>
          </a:bodyPr>
          <a:p>
            <a:pPr marL="0" indent="0">
              <a:buNone/>
            </a:pPr>
            <a:r>
              <a:rPr lang="en-US" altLang="en-US" sz="2000"/>
              <a:t>Directories play a vital role in file storage:</a:t>
            </a:r>
            <a:endParaRPr lang="en-US" altLang="en-US" sz="2000"/>
          </a:p>
          <a:p>
            <a:pPr marL="0" indent="0">
              <a:buNone/>
            </a:pPr>
            <a:endParaRPr lang="en-US" altLang="en-US" sz="2000"/>
          </a:p>
          <a:p>
            <a:pPr marL="0" indent="0">
              <a:buNone/>
            </a:pPr>
            <a:r>
              <a:rPr lang="en-US" altLang="en-US" sz="2000"/>
              <a:t>* Link file names to physical disk blocks.</a:t>
            </a:r>
            <a:endParaRPr lang="en-US" altLang="en-US" sz="2000"/>
          </a:p>
          <a:p>
            <a:pPr marL="0" indent="0">
              <a:buNone/>
            </a:pPr>
            <a:r>
              <a:rPr lang="en-US" altLang="en-US" sz="2000"/>
              <a:t>* Prevent filename conflicts by separating user spaces.</a:t>
            </a:r>
            <a:endParaRPr lang="en-US" altLang="en-US" sz="2000"/>
          </a:p>
          <a:p>
            <a:pPr marL="0" indent="0">
              <a:buNone/>
            </a:pPr>
            <a:r>
              <a:rPr lang="en-US" altLang="en-US" sz="2000"/>
              <a:t>* Help the system quickly locate and manage files.</a:t>
            </a:r>
            <a:endParaRPr lang="en-US" altLang="en-US" sz="2000"/>
          </a:p>
          <a:p>
            <a:pPr marL="0" indent="0">
              <a:buNone/>
            </a:pPr>
            <a:endParaRPr lang="en-US" altLang="en-US" sz="2000"/>
          </a:p>
          <a:p>
            <a:pPr marL="0" indent="0">
              <a:buNone/>
            </a:pPr>
            <a:r>
              <a:rPr lang="en-US" altLang="en-US" sz="2000"/>
              <a:t>Example:</a:t>
            </a:r>
            <a:endParaRPr lang="en-US" altLang="en-US" sz="2000"/>
          </a:p>
          <a:p>
            <a:pPr marL="0" indent="0">
              <a:buNone/>
            </a:pPr>
            <a:r>
              <a:rPr lang="en-US" altLang="en-US" sz="2000"/>
              <a:t>"Music" folder contains "song.mp3", which the system knows is stored at block 520 on the hard drive.</a:t>
            </a:r>
            <a:endParaRPr lang="en-US"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760"/>
            <a:ext cx="10515600" cy="1325563"/>
          </a:xfrm>
        </p:spPr>
        <p:txBody>
          <a:bodyPr>
            <a:normAutofit/>
          </a:bodyPr>
          <a:lstStyle/>
          <a:p>
            <a:r>
              <a:rPr lang="en-US" altLang="en-US" sz="4000" dirty="0"/>
              <a:t>Directory Metadata and Attributes</a:t>
            </a:r>
            <a:endParaRPr lang="en-US" altLang="en-US" sz="4000" dirty="0"/>
          </a:p>
        </p:txBody>
      </p:sp>
      <p:sp>
        <p:nvSpPr>
          <p:cNvPr id="3" name="Content Placeholder 2"/>
          <p:cNvSpPr/>
          <p:nvPr>
            <p:ph idx="1"/>
          </p:nvPr>
        </p:nvSpPr>
        <p:spPr>
          <a:xfrm>
            <a:off x="838200" y="1572895"/>
            <a:ext cx="10515600" cy="4645660"/>
          </a:xfrm>
        </p:spPr>
        <p:txBody>
          <a:bodyPr>
            <a:noAutofit/>
          </a:bodyPr>
          <a:p>
            <a:pPr marL="0" indent="0">
              <a:buNone/>
            </a:pPr>
            <a:r>
              <a:rPr lang="en-US" altLang="en-US" sz="1900"/>
              <a:t>Each directory in a file system stores metadata — extra information that helps the system manage files efficiently.</a:t>
            </a:r>
            <a:endParaRPr lang="en-US" altLang="en-US" sz="1900"/>
          </a:p>
          <a:p>
            <a:pPr marL="0" indent="0">
              <a:buNone/>
            </a:pPr>
            <a:r>
              <a:rPr lang="en-US" altLang="en-US" sz="1900" b="1"/>
              <a:t>Common Attributes:</a:t>
            </a:r>
            <a:endParaRPr lang="en-US" altLang="en-US" sz="1900" b="1"/>
          </a:p>
          <a:p>
            <a:r>
              <a:rPr lang="en-US" altLang="en-US" sz="1900" b="1"/>
              <a:t>Name – Folder name</a:t>
            </a:r>
            <a:endParaRPr lang="en-US" altLang="en-US" sz="1900" b="1"/>
          </a:p>
          <a:p>
            <a:r>
              <a:rPr lang="en-US" altLang="en-US" sz="1900" b="1"/>
              <a:t>Location – Where it's stored on disk</a:t>
            </a:r>
            <a:endParaRPr lang="en-US" altLang="en-US" sz="1900" b="1"/>
          </a:p>
          <a:p>
            <a:r>
              <a:rPr lang="en-US" altLang="en-US" sz="1900" b="1"/>
              <a:t>Size – Total size of files inside</a:t>
            </a:r>
            <a:endParaRPr lang="en-US" altLang="en-US" sz="1900" b="1"/>
          </a:p>
          <a:p>
            <a:r>
              <a:rPr lang="en-US" altLang="en-US" sz="1900" b="1"/>
              <a:t>Permissions – Who can access it</a:t>
            </a:r>
            <a:endParaRPr lang="en-US" altLang="en-US" sz="1900" b="1"/>
          </a:p>
          <a:p>
            <a:r>
              <a:rPr lang="en-US" altLang="en-US" sz="1900" b="1"/>
              <a:t>Timestamps – Created / Modified / Accessed</a:t>
            </a:r>
            <a:endParaRPr lang="en-US" altLang="en-US" sz="1900" b="1"/>
          </a:p>
          <a:p>
            <a:pPr marL="0" indent="0">
              <a:buNone/>
            </a:pPr>
            <a:r>
              <a:rPr lang="en-US" altLang="en-US" sz="1900" b="1"/>
              <a:t>Example:</a:t>
            </a:r>
            <a:endParaRPr lang="en-US" altLang="en-US" sz="1900" b="1"/>
          </a:p>
          <a:p>
            <a:pPr marL="0" indent="0">
              <a:buNone/>
            </a:pPr>
            <a:r>
              <a:rPr lang="en-US" altLang="en-US" sz="1900" b="1"/>
              <a:t>Folder: C:\Users\Sara\Pictures</a:t>
            </a:r>
            <a:endParaRPr lang="en-US" altLang="en-US" sz="1900" b="1"/>
          </a:p>
          <a:p>
            <a:pPr marL="0" indent="0">
              <a:buNone/>
            </a:pPr>
            <a:r>
              <a:rPr lang="en-US" altLang="en-US" sz="1900" b="1"/>
              <a:t>Created: Jan 2, 2024, Size: 1.4 GB, Permissions: Owner (RW), Others (Read-only)</a:t>
            </a:r>
            <a:endParaRPr lang="en-US" altLang="en-US" sz="1900" b="1"/>
          </a:p>
          <a:p>
            <a:pPr marL="0" indent="0">
              <a:buNone/>
            </a:pPr>
            <a:endParaRPr lang="en-US" altLang="en-US" sz="1900" b="1"/>
          </a:p>
          <a:p>
            <a:pPr marL="0" indent="0">
              <a:buNone/>
            </a:pPr>
            <a:endParaRPr lang="en-US" altLang="en-US" sz="1900" b="1"/>
          </a:p>
          <a:p>
            <a:pPr marL="0" indent="0">
              <a:buNone/>
            </a:pPr>
            <a:endParaRPr lang="en-US" altLang="en-US" sz="1900" b="1"/>
          </a:p>
          <a:p>
            <a:pPr marL="0" indent="0">
              <a:buNone/>
            </a:pPr>
            <a:endParaRPr lang="en-US" altLang="en-US" sz="1900" b="1"/>
          </a:p>
          <a:p>
            <a:pPr marL="0" indent="0">
              <a:buNone/>
            </a:pPr>
            <a:endParaRPr lang="en-US" altLang="en-US" sz="1900" b="1"/>
          </a:p>
          <a:p>
            <a:pPr marL="0" indent="0">
              <a:buNone/>
            </a:pPr>
            <a:endParaRPr lang="en-US" altLang="en-US" sz="1900" b="1"/>
          </a:p>
          <a:p>
            <a:pPr marL="0" indent="0">
              <a:buNone/>
            </a:pPr>
            <a:endParaRPr lang="en-US" altLang="en-US" sz="1900" b="1"/>
          </a:p>
          <a:p>
            <a:pPr marL="0" indent="0">
              <a:buNone/>
            </a:pPr>
            <a:endParaRPr lang="en-US" altLang="en-US" sz="13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Directory Structure Types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Directory Structure Types</a:t>
            </a:r>
            <a:endParaRPr lang="en-US"/>
          </a:p>
        </p:txBody>
      </p:sp>
      <p:sp>
        <p:nvSpPr>
          <p:cNvPr id="6" name="Content Placeholder 5"/>
          <p:cNvSpPr>
            <a:spLocks noGrp="1"/>
          </p:cNvSpPr>
          <p:nvPr>
            <p:ph idx="1"/>
          </p:nvPr>
        </p:nvSpPr>
        <p:spPr>
          <a:xfrm>
            <a:off x="838200" y="1691640"/>
            <a:ext cx="10515600" cy="4195763"/>
          </a:xfrm>
        </p:spPr>
        <p:txBody>
          <a:bodyPr>
            <a:normAutofit fontScale="90000"/>
          </a:bodyPr>
          <a:p>
            <a:pPr marL="0" indent="0">
              <a:buNone/>
            </a:pPr>
            <a:r>
              <a:rPr lang="en-US" altLang="en-US"/>
              <a:t>There are several types of directory structures:</a:t>
            </a:r>
            <a:endParaRPr lang="en-US" altLang="en-US"/>
          </a:p>
          <a:p>
            <a:pPr marL="0" indent="0">
              <a:buNone/>
            </a:pPr>
            <a:endParaRPr lang="en-US" altLang="en-US"/>
          </a:p>
          <a:p>
            <a:r>
              <a:rPr lang="en-US" altLang="en-US"/>
              <a:t>Single-Level</a:t>
            </a:r>
            <a:endParaRPr lang="en-US" altLang="en-US"/>
          </a:p>
          <a:p>
            <a:r>
              <a:rPr lang="en-US" altLang="en-US"/>
              <a:t>Two-Level</a:t>
            </a:r>
            <a:endParaRPr lang="en-US" altLang="en-US"/>
          </a:p>
          <a:p>
            <a:r>
              <a:rPr lang="en-US" altLang="en-US"/>
              <a:t>Tree-Structured</a:t>
            </a:r>
            <a:endParaRPr lang="en-US" altLang="en-US"/>
          </a:p>
          <a:p>
            <a:r>
              <a:rPr lang="en-US" altLang="en-US"/>
              <a:t>Acyclic Graph</a:t>
            </a:r>
            <a:endParaRPr lang="en-US" altLang="en-US"/>
          </a:p>
          <a:p>
            <a:r>
              <a:rPr lang="en-US" altLang="en-US"/>
              <a:t>General Graph</a:t>
            </a:r>
            <a:endParaRPr lang="en-US" altLang="en-US"/>
          </a:p>
          <a:p>
            <a:pPr marL="0" indent="0">
              <a:buNone/>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 name="Rectangle 65"/>
          <p:cNvSpPr>
            <a:spLocks noGrp="1" noRot="1" noChangeAspect="1" noMove="1" noResize="1" noEditPoints="1" noAdjustHandles="1" noChangeArrowheads="1" noChangeShapeType="1" noTextEdit="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67" name="Picture 66"/>
          <p:cNvPicPr>
            <a:picLocks noGrp="1" noRot="1" noChangeAspect="1" noMove="1" noResize="1" noEditPoints="1" noAdjustHandles="1" noChangeArrowheads="1" noChangeShapeType="1" noCrop="1"/>
          </p:cNvPicPr>
          <p:nvPr/>
        </p:nvPicPr>
        <p:blipFill>
          <a:blip r:embed="rId1">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68" name="Rectangle 67"/>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9" name="Rectangle 68"/>
          <p:cNvSpPr>
            <a:spLocks noGrp="1" noRot="1" noChangeAspect="1" noMove="1" noResize="1" noEditPoints="1" noAdjustHandles="1" noChangeArrowheads="1" noChangeShapeType="1" noTextEdit="1"/>
          </p:cNvSpPr>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0" name="Rectangle 69"/>
          <p:cNvSpPr>
            <a:spLocks noGrp="1" noRot="1" noChangeAspect="1" noMove="1" noResize="1" noEditPoints="1" noAdjustHandles="1" noChangeArrowheads="1" noChangeShapeType="1" noTextEdit="1"/>
          </p:cNvSpPr>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1" name="Rectangle 70"/>
          <p:cNvSpPr>
            <a:spLocks noGrp="1" noRot="1" noChangeAspect="1" noMove="1" noResize="1" noEditPoints="1" noAdjustHandles="1" noChangeArrowheads="1" noChangeShapeType="1" noTextEdit="1"/>
          </p:cNvSpPr>
          <p:nvPr/>
        </p:nvSpPr>
        <p:spPr>
          <a:xfrm rot="10800000">
            <a:off x="-3048" y="0"/>
            <a:ext cx="598901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p:cNvSpPr>
            <a:spLocks noGrp="1" noRot="1" noChangeAspect="1" noMove="1" noResize="1" noEditPoints="1" noAdjustHandles="1" noChangeArrowheads="1" noChangeShapeType="1" noTextEdit="1"/>
          </p:cNvSpPr>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p:cNvSpPr>
            <a:spLocks noGrp="1"/>
          </p:cNvSpPr>
          <p:nvPr>
            <p:ph type="ctrTitle"/>
          </p:nvPr>
        </p:nvSpPr>
        <p:spPr>
          <a:xfrm>
            <a:off x="6206023" y="184288"/>
            <a:ext cx="4953000" cy="805410"/>
          </a:xfrm>
        </p:spPr>
        <p:txBody>
          <a:bodyPr vert="horz" lIns="91440" tIns="45720" rIns="91440" bIns="45720" rtlCol="0" anchor="ctr">
            <a:normAutofit fontScale="90000"/>
          </a:bodyPr>
          <a:lstStyle/>
          <a:p>
            <a:pPr algn="ctr">
              <a:lnSpc>
                <a:spcPct val="90000"/>
              </a:lnSpc>
            </a:pPr>
            <a:r>
              <a:rPr lang="en-US" sz="3700" dirty="0">
                <a:solidFill>
                  <a:schemeClr val="tx2"/>
                </a:solidFill>
              </a:rPr>
              <a:t> Single-Level &amp; Two-Level Directories</a:t>
            </a:r>
            <a:endParaRPr lang="en-US" sz="3700" dirty="0">
              <a:solidFill>
                <a:schemeClr val="tx2"/>
              </a:solidFill>
            </a:endParaRPr>
          </a:p>
        </p:txBody>
      </p:sp>
      <p:pic>
        <p:nvPicPr>
          <p:cNvPr id="7" name="Graphic 6" descr="Hierarchy"/>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6552" y="1109972"/>
            <a:ext cx="4724400" cy="4724400"/>
          </a:xfrm>
          <a:prstGeom prst="rect">
            <a:avLst/>
          </a:prstGeom>
        </p:spPr>
      </p:pic>
      <p:sp>
        <p:nvSpPr>
          <p:cNvPr id="3" name="Subtitle 2"/>
          <p:cNvSpPr>
            <a:spLocks noGrp="1"/>
          </p:cNvSpPr>
          <p:nvPr>
            <p:ph type="subTitle" idx="1"/>
          </p:nvPr>
        </p:nvSpPr>
        <p:spPr>
          <a:xfrm>
            <a:off x="6206490" y="1109980"/>
            <a:ext cx="5768975" cy="5636260"/>
          </a:xfrm>
        </p:spPr>
        <p:txBody>
          <a:bodyPr vert="horz" lIns="91440" tIns="45720" rIns="91440" bIns="45720" rtlCol="0">
            <a:noAutofit/>
          </a:bodyPr>
          <a:lstStyle/>
          <a:p>
            <a:pPr algn="l">
              <a:lnSpc>
                <a:spcPct val="100000"/>
              </a:lnSpc>
              <a:buFont typeface="Arial" panose="020B0604020202020204" pitchFamily="34" charset="0"/>
            </a:pPr>
            <a:r>
              <a:rPr lang="en-US" sz="1900" b="1" dirty="0">
                <a:solidFill>
                  <a:schemeClr val="tx2"/>
                </a:solidFill>
              </a:rPr>
              <a:t>Single-Level: </a:t>
            </a:r>
            <a:endParaRPr lang="en-US" sz="1900" b="1" dirty="0">
              <a:solidFill>
                <a:schemeClr val="tx2"/>
              </a:solidFill>
            </a:endParaRPr>
          </a:p>
          <a:p>
            <a:pPr algn="l">
              <a:lnSpc>
                <a:spcPct val="100000"/>
              </a:lnSpc>
              <a:buFont typeface="Arial" panose="020B0604020202020204" pitchFamily="34" charset="0"/>
            </a:pPr>
            <a:r>
              <a:rPr lang="en-US" sz="1900" dirty="0">
                <a:solidFill>
                  <a:schemeClr val="tx2"/>
                </a:solidFill>
              </a:rPr>
              <a:t>All files are placed in one folder. Simple but unsuitable for many users.</a:t>
            </a:r>
            <a:endParaRPr lang="en-US" sz="1900" dirty="0">
              <a:solidFill>
                <a:schemeClr val="tx2"/>
              </a:solidFill>
            </a:endParaRPr>
          </a:p>
          <a:p>
            <a:pPr algn="l">
              <a:lnSpc>
                <a:spcPct val="100000"/>
              </a:lnSpc>
              <a:buFont typeface="Arial" panose="020B0604020202020204" pitchFamily="34" charset="0"/>
            </a:pPr>
            <a:r>
              <a:rPr lang="en-US" sz="1900" b="1" dirty="0">
                <a:solidFill>
                  <a:schemeClr val="tx2"/>
                </a:solidFill>
                <a:sym typeface="+mn-ea"/>
              </a:rPr>
              <a:t>Example: </a:t>
            </a:r>
            <a:endParaRPr lang="en-US" sz="1900" b="1" dirty="0">
              <a:solidFill>
                <a:schemeClr val="tx2"/>
              </a:solidFill>
            </a:endParaRPr>
          </a:p>
          <a:p>
            <a:pPr marL="285750" indent="-285750" algn="l">
              <a:lnSpc>
                <a:spcPct val="100000"/>
              </a:lnSpc>
              <a:buFont typeface="Arial" panose="020B0604020202020204" pitchFamily="34" charset="0"/>
              <a:buChar char="•"/>
            </a:pPr>
            <a:r>
              <a:rPr lang="en-US" sz="1900" dirty="0">
                <a:solidFill>
                  <a:schemeClr val="tx2"/>
                </a:solidFill>
                <a:sym typeface="+mn-ea"/>
              </a:rPr>
              <a:t>Single-level: All assignments saved on the </a:t>
            </a:r>
            <a:r>
              <a:rPr lang="en-US" sz="1900" dirty="0" err="1">
                <a:solidFill>
                  <a:schemeClr val="tx2"/>
                </a:solidFill>
                <a:sym typeface="+mn-ea"/>
              </a:rPr>
              <a:t>desktop. </a:t>
            </a:r>
            <a:endParaRPr lang="en-US" sz="1900" dirty="0">
              <a:solidFill>
                <a:schemeClr val="tx2"/>
              </a:solidFill>
            </a:endParaRPr>
          </a:p>
          <a:p>
            <a:pPr algn="l">
              <a:lnSpc>
                <a:spcPct val="100000"/>
              </a:lnSpc>
              <a:buFont typeface="Arial" panose="020B0604020202020204" pitchFamily="34" charset="0"/>
            </a:pPr>
            <a:r>
              <a:rPr lang="en-US" sz="1900" b="1" dirty="0">
                <a:solidFill>
                  <a:schemeClr val="tx2"/>
                </a:solidFill>
              </a:rPr>
              <a:t>Two-Level:</a:t>
            </a:r>
            <a:endParaRPr lang="en-US" sz="1900" b="1" dirty="0">
              <a:solidFill>
                <a:schemeClr val="tx2"/>
              </a:solidFill>
            </a:endParaRPr>
          </a:p>
          <a:p>
            <a:pPr algn="l">
              <a:lnSpc>
                <a:spcPct val="100000"/>
              </a:lnSpc>
              <a:buFont typeface="Arial" panose="020B0604020202020204" pitchFamily="34" charset="0"/>
            </a:pPr>
            <a:r>
              <a:rPr lang="en-US" sz="1900" dirty="0">
                <a:solidFill>
                  <a:schemeClr val="tx2"/>
                </a:solidFill>
              </a:rPr>
              <a:t>Each user has a personal directory. Prevents name clashes and adds some organization.</a:t>
            </a:r>
            <a:endParaRPr lang="en-US" sz="1900" dirty="0">
              <a:solidFill>
                <a:schemeClr val="tx2"/>
              </a:solidFill>
            </a:endParaRPr>
          </a:p>
          <a:p>
            <a:pPr algn="l">
              <a:lnSpc>
                <a:spcPct val="100000"/>
              </a:lnSpc>
              <a:buFont typeface="Arial" panose="020B0604020202020204" pitchFamily="34" charset="0"/>
            </a:pPr>
            <a:r>
              <a:rPr lang="en-US" sz="1900" b="1" dirty="0">
                <a:solidFill>
                  <a:schemeClr val="tx2"/>
                </a:solidFill>
              </a:rPr>
              <a:t>Example: </a:t>
            </a:r>
            <a:endParaRPr lang="en-US" sz="1900" b="1" dirty="0">
              <a:solidFill>
                <a:schemeClr val="tx2"/>
              </a:solidFill>
            </a:endParaRPr>
          </a:p>
          <a:p>
            <a:pPr marL="285750" indent="-285750" algn="l">
              <a:lnSpc>
                <a:spcPct val="100000"/>
              </a:lnSpc>
              <a:buFont typeface="Arial" panose="020B0604020202020204" pitchFamily="34" charset="0"/>
              <a:buChar char="•"/>
            </a:pPr>
            <a:r>
              <a:rPr lang="en-US" sz="1900" dirty="0" err="1">
                <a:solidFill>
                  <a:schemeClr val="tx2"/>
                </a:solidFill>
              </a:rPr>
              <a:t>Two</a:t>
            </a:r>
            <a:r>
              <a:rPr lang="en-US" sz="1900" dirty="0">
                <a:solidFill>
                  <a:schemeClr val="tx2"/>
                </a:solidFill>
              </a:rPr>
              <a:t>-level: /home/</a:t>
            </a:r>
            <a:r>
              <a:rPr lang="en-US" sz="1900" dirty="0" err="1">
                <a:solidFill>
                  <a:schemeClr val="tx2"/>
                </a:solidFill>
              </a:rPr>
              <a:t>ali</a:t>
            </a:r>
            <a:r>
              <a:rPr lang="en-US" sz="1900" dirty="0">
                <a:solidFill>
                  <a:schemeClr val="tx2"/>
                </a:solidFill>
              </a:rPr>
              <a:t>, /home/sara, each with their own files.</a:t>
            </a:r>
            <a:endParaRPr lang="en-US" sz="1900" dirty="0">
              <a:solidFill>
                <a:schemeClr val="tx2"/>
              </a:solidFill>
            </a:endParaRPr>
          </a:p>
          <a:p>
            <a:pPr algn="l">
              <a:lnSpc>
                <a:spcPct val="100000"/>
              </a:lnSpc>
              <a:buFont typeface="Arial" panose="020B0604020202020204" pitchFamily="34" charset="0"/>
            </a:pPr>
            <a:r>
              <a:rPr lang="en-US" sz="1900" dirty="0">
                <a:solidFill>
                  <a:schemeClr val="tx2"/>
                </a:solidFill>
              </a:rPr>
              <a:t>Single-level structures are too basic for modern systems. Two-level offers better organization but still lacks flexibility.</a:t>
            </a:r>
            <a:endParaRPr lang="en-US" sz="1900" dirty="0">
              <a:solidFill>
                <a:schemeClr val="tx2"/>
              </a:solidFill>
            </a:endParaRPr>
          </a:p>
          <a:p>
            <a:pPr indent="-228600" algn="l">
              <a:lnSpc>
                <a:spcPct val="100000"/>
              </a:lnSpc>
              <a:buFont typeface="Arial" panose="020B0604020202020204" pitchFamily="34" charset="0"/>
              <a:buChar char="•"/>
            </a:pPr>
            <a:endParaRPr lang="en-US" sz="1700" dirty="0">
              <a:solidFill>
                <a:schemeClr val="tx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 name="Rectangle 65"/>
          <p:cNvSpPr>
            <a:spLocks noGrp="1" noRot="1" noChangeAspect="1" noMove="1" noResize="1" noEditPoints="1" noAdjustHandles="1" noChangeArrowheads="1" noChangeShapeType="1" noTextEdit="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67" name="Picture 66"/>
          <p:cNvPicPr>
            <a:picLocks noGrp="1" noRot="1" noChangeAspect="1" noMove="1" noResize="1" noEditPoints="1" noAdjustHandles="1" noChangeArrowheads="1" noChangeShapeType="1" noCrop="1"/>
          </p:cNvPicPr>
          <p:nvPr/>
        </p:nvPicPr>
        <p:blipFill>
          <a:blip r:embed="rId1">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68" name="Rectangle 67"/>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9" name="Rectangle 68"/>
          <p:cNvSpPr>
            <a:spLocks noGrp="1" noRot="1" noChangeAspect="1" noMove="1" noResize="1" noEditPoints="1" noAdjustHandles="1" noChangeArrowheads="1" noChangeShapeType="1" noTextEdit="1"/>
          </p:cNvSpPr>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0" name="Rectangle 69"/>
          <p:cNvSpPr>
            <a:spLocks noGrp="1" noRot="1" noChangeAspect="1" noMove="1" noResize="1" noEditPoints="1" noAdjustHandles="1" noChangeArrowheads="1" noChangeShapeType="1" noTextEdit="1"/>
          </p:cNvSpPr>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1" name="Rectangle 70"/>
          <p:cNvSpPr>
            <a:spLocks noGrp="1" noRot="1" noChangeAspect="1" noMove="1" noResize="1" noEditPoints="1" noAdjustHandles="1" noChangeArrowheads="1" noChangeShapeType="1" noTextEdit="1"/>
          </p:cNvSpPr>
          <p:nvPr/>
        </p:nvSpPr>
        <p:spPr>
          <a:xfrm rot="10800000">
            <a:off x="3302" y="82550"/>
            <a:ext cx="598901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p:cNvSpPr>
            <a:spLocks noGrp="1" noRot="1" noChangeAspect="1" noMove="1" noResize="1" noEditPoints="1" noAdjustHandles="1" noChangeArrowheads="1" noChangeShapeType="1" noTextEdit="1"/>
          </p:cNvSpPr>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p:cNvSpPr>
            <a:spLocks noGrp="1"/>
          </p:cNvSpPr>
          <p:nvPr>
            <p:ph type="ctrTitle"/>
          </p:nvPr>
        </p:nvSpPr>
        <p:spPr>
          <a:xfrm>
            <a:off x="6205220" y="587375"/>
            <a:ext cx="5770245" cy="805180"/>
          </a:xfrm>
        </p:spPr>
        <p:txBody>
          <a:bodyPr vert="horz" lIns="91440" tIns="45720" rIns="91440" bIns="45720" rtlCol="0" anchor="ctr">
            <a:normAutofit fontScale="90000"/>
          </a:bodyPr>
          <a:lstStyle/>
          <a:p>
            <a:pPr algn="ctr">
              <a:lnSpc>
                <a:spcPct val="90000"/>
              </a:lnSpc>
            </a:pPr>
            <a:r>
              <a:rPr lang="en-US" altLang="en-US" sz="3700" dirty="0">
                <a:solidFill>
                  <a:schemeClr val="tx2"/>
                </a:solidFill>
              </a:rPr>
              <a:t>Tree-Structured Directory</a:t>
            </a:r>
            <a:endParaRPr lang="en-US" altLang="en-US" sz="3700" dirty="0">
              <a:solidFill>
                <a:schemeClr val="tx2"/>
              </a:solidFill>
            </a:endParaRPr>
          </a:p>
        </p:txBody>
      </p:sp>
      <p:sp>
        <p:nvSpPr>
          <p:cNvPr id="3" name="Subtitle 2"/>
          <p:cNvSpPr>
            <a:spLocks noGrp="1"/>
          </p:cNvSpPr>
          <p:nvPr>
            <p:ph type="subTitle" idx="1"/>
          </p:nvPr>
        </p:nvSpPr>
        <p:spPr>
          <a:xfrm>
            <a:off x="6206490" y="1830705"/>
            <a:ext cx="5768975" cy="5636260"/>
          </a:xfrm>
        </p:spPr>
        <p:txBody>
          <a:bodyPr vert="horz" lIns="91440" tIns="45720" rIns="91440" bIns="45720" rtlCol="0">
            <a:noAutofit/>
          </a:bodyPr>
          <a:lstStyle/>
          <a:p>
            <a:pPr algn="l">
              <a:lnSpc>
                <a:spcPct val="100000"/>
              </a:lnSpc>
              <a:buFont typeface="Arial" panose="020B0604020202020204" pitchFamily="34" charset="0"/>
            </a:pPr>
            <a:r>
              <a:rPr lang="en-US" sz="2400" dirty="0">
                <a:solidFill>
                  <a:schemeClr val="tx2"/>
                </a:solidFill>
                <a:sym typeface="+mn-ea"/>
              </a:rPr>
              <a:t>Most widely used directory structure. Folders can contain files and other folders (subdirectories). Provides clear, unique paths to each file</a:t>
            </a:r>
            <a:endParaRPr lang="en-US" sz="2400" dirty="0">
              <a:solidFill>
                <a:schemeClr val="tx2"/>
              </a:solidFill>
              <a:sym typeface="+mn-ea"/>
            </a:endParaRPr>
          </a:p>
          <a:p>
            <a:pPr algn="l">
              <a:lnSpc>
                <a:spcPct val="100000"/>
              </a:lnSpc>
              <a:buFont typeface="Arial" panose="020B0604020202020204" pitchFamily="34" charset="0"/>
            </a:pPr>
            <a:r>
              <a:rPr lang="en-US" sz="2400" dirty="0">
                <a:solidFill>
                  <a:schemeClr val="tx2"/>
                </a:solidFill>
                <a:sym typeface="+mn-ea"/>
              </a:rPr>
              <a:t>Example: C:\Users\Fatima\University\CS101\notes.pdf</a:t>
            </a:r>
            <a:endParaRPr lang="en-US" sz="2400" dirty="0">
              <a:solidFill>
                <a:schemeClr val="tx2"/>
              </a:solidFill>
            </a:endParaRPr>
          </a:p>
        </p:txBody>
      </p:sp>
      <p:pic>
        <p:nvPicPr>
          <p:cNvPr id="8" name="Graphic 5" descr="Open Folde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742" y="1100190"/>
            <a:ext cx="4817466" cy="48174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p:cNvSpPr>
            <a:spLocks noGrp="1" noRot="1" noChangeAspect="1" noMove="1" noResize="1" noEditPoints="1" noAdjustHandles="1" noChangeArrowheads="1" noChangeShapeType="1" noTextEdit="1"/>
          </p:cNvSpPr>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p:cNvPicPr>
            <a:picLocks noGrp="1" noRot="1" noChangeAspect="1" noMove="1" noResize="1" noEditPoints="1" noAdjustHandles="1" noChangeArrowheads="1" noChangeShapeType="1" noCrop="1"/>
          </p:cNvPicPr>
          <p:nvPr/>
        </p:nvPicPr>
        <p:blipFill rotWithShape="1">
          <a:blip r:embed="rId1">
            <a:duotone>
              <a:schemeClr val="accent1">
                <a:shade val="45000"/>
                <a:satMod val="135000"/>
              </a:schemeClr>
              <a:prstClr val="white"/>
            </a:duotone>
            <a:extLst>
              <a:ext uri="{28A0092B-C50C-407E-A947-70E740481C1C}">
                <a14:useLocalDpi xmlns:a14="http://schemas.microsoft.com/office/drawing/2010/main" val="0"/>
              </a:ext>
            </a:extLst>
          </a:blip>
          <a:srcRect t="37018" r="40625"/>
          <a:stretch>
            <a:fillRect/>
          </a:stretch>
        </p:blipFill>
        <p:spPr>
          <a:xfrm>
            <a:off x="10744200" y="0"/>
            <a:ext cx="1447800" cy="1535750"/>
          </a:xfrm>
          <a:prstGeom prst="rect">
            <a:avLst/>
          </a:prstGeom>
        </p:spPr>
      </p:pic>
      <p:sp>
        <p:nvSpPr>
          <p:cNvPr id="2" name="Title 1"/>
          <p:cNvSpPr>
            <a:spLocks noGrp="1"/>
          </p:cNvSpPr>
          <p:nvPr>
            <p:ph type="title"/>
          </p:nvPr>
        </p:nvSpPr>
        <p:spPr>
          <a:xfrm>
            <a:off x="838201" y="559813"/>
            <a:ext cx="10348146" cy="1283471"/>
          </a:xfrm>
        </p:spPr>
        <p:txBody>
          <a:bodyPr anchor="t">
            <a:normAutofit/>
          </a:bodyPr>
          <a:lstStyle/>
          <a:p>
            <a:r>
              <a:rPr lang="en-US">
                <a:solidFill>
                  <a:schemeClr val="tx2"/>
                </a:solidFill>
              </a:rPr>
              <a:t> Acyclic Graph Directory</a:t>
            </a:r>
            <a:endParaRPr lang="en-US">
              <a:solidFill>
                <a:schemeClr val="tx2"/>
              </a:solidFill>
            </a:endParaRPr>
          </a:p>
        </p:txBody>
      </p:sp>
      <p:pic>
        <p:nvPicPr>
          <p:cNvPr id="15" name="Picture 14"/>
          <p:cNvPicPr>
            <a:picLocks noGrp="1" noRot="1" noChangeAspect="1" noMove="1" noResize="1" noEditPoints="1" noAdjustHandles="1" noChangeArrowheads="1" noChangeShapeType="1" noCrop="1"/>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r="67342"/>
          <a:stretch>
            <a:fillRect/>
          </a:stretch>
        </p:blipFill>
        <p:spPr>
          <a:xfrm rot="10800000">
            <a:off x="-1" y="2719661"/>
            <a:ext cx="830249" cy="2548349"/>
          </a:xfrm>
          <a:prstGeom prst="rect">
            <a:avLst/>
          </a:prstGeom>
        </p:spPr>
      </p:pic>
      <p:graphicFrame>
        <p:nvGraphicFramePr>
          <p:cNvPr id="5" name="Content Placeholder 2"/>
          <p:cNvGraphicFramePr>
            <a:graphicFrameLocks noGrp="1"/>
          </p:cNvGraphicFramePr>
          <p:nvPr>
            <p:ph idx="1"/>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1" name="Picture 10"/>
          <p:cNvPicPr>
            <a:picLocks noGrp="1" noRot="1" noChangeAspect="1" noMove="1" noResize="1" noEditPoints="1" noAdjustHandles="1" noChangeArrowheads="1" noChangeShapeType="1" noCrop="1"/>
          </p:cNvPicPr>
          <p:nvPr/>
        </p:nvPicPr>
        <p:blipFill>
          <a:blip r:embed="rId1">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p:cNvSpPr>
            <a:spLocks noGrp="1" noRot="1" noChangeAspect="1" noMove="1" noResize="1" noEditPoints="1" noAdjustHandles="1" noChangeArrowheads="1" noChangeShapeType="1" noTextEdit="1"/>
          </p:cNvSpPr>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 name="Picture 4" descr="Vibrant multicolor checkered floor design"/>
          <p:cNvPicPr>
            <a:picLocks noChangeAspect="1"/>
          </p:cNvPicPr>
          <p:nvPr/>
        </p:nvPicPr>
        <p:blipFill>
          <a:blip r:embed="rId2"/>
          <a:srcRect l="4736" r="4715" b="3"/>
          <a:stretch>
            <a:fillRect/>
          </a:stretch>
        </p:blipFill>
        <p:spPr>
          <a:xfrm>
            <a:off x="3048" y="10"/>
            <a:ext cx="6195372" cy="4618233"/>
          </a:xfrm>
          <a:prstGeom prst="rect">
            <a:avLst/>
          </a:prstGeom>
        </p:spPr>
      </p:pic>
      <p:sp>
        <p:nvSpPr>
          <p:cNvPr id="17" name="Rectangle 16"/>
          <p:cNvSpPr>
            <a:spLocks noGrp="1" noRot="1" noChangeAspect="1" noMove="1" noResize="1" noEditPoints="1" noAdjustHandles="1" noChangeArrowheads="1" noChangeShapeType="1" noTextEdit="1"/>
          </p:cNvSpPr>
          <p:nvPr/>
        </p:nvSpPr>
        <p:spPr>
          <a:xfrm>
            <a:off x="0" y="5178425"/>
            <a:ext cx="12192000" cy="1692275"/>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Rectangle 18"/>
          <p:cNvSpPr>
            <a:spLocks noGrp="1" noRot="1" noChangeAspect="1" noMove="1" noResize="1" noEditPoints="1" noAdjustHandles="1" noChangeArrowheads="1" noChangeShapeType="1" noTextEdit="1"/>
          </p:cNvSpPr>
          <p:nvPr/>
        </p:nvSpPr>
        <p:spPr>
          <a:xfrm rot="10800000">
            <a:off x="-3175" y="5348605"/>
            <a:ext cx="12192000" cy="152146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838200" y="5441315"/>
            <a:ext cx="10003218" cy="1219200"/>
          </a:xfrm>
        </p:spPr>
        <p:txBody>
          <a:bodyPr vert="horz" lIns="91440" tIns="45720" rIns="91440" bIns="45720" rtlCol="0" anchor="ctr">
            <a:normAutofit/>
          </a:bodyPr>
          <a:lstStyle/>
          <a:p>
            <a:pPr algn="l"/>
            <a:r>
              <a:rPr lang="en-US" dirty="0"/>
              <a:t> General Graph Directory</a:t>
            </a:r>
            <a:endParaRPr lang="en-US"/>
          </a:p>
        </p:txBody>
      </p:sp>
      <p:sp>
        <p:nvSpPr>
          <p:cNvPr id="3" name="Subtitle 2"/>
          <p:cNvSpPr>
            <a:spLocks noGrp="1"/>
          </p:cNvSpPr>
          <p:nvPr>
            <p:ph type="subTitle" idx="1"/>
          </p:nvPr>
        </p:nvSpPr>
        <p:spPr>
          <a:xfrm>
            <a:off x="6553200" y="399415"/>
            <a:ext cx="5427980" cy="4573905"/>
          </a:xfrm>
        </p:spPr>
        <p:txBody>
          <a:bodyPr vert="horz" lIns="91440" tIns="45720" rIns="91440" bIns="45720" rtlCol="0" anchor="ctr">
            <a:normAutofit/>
          </a:bodyPr>
          <a:lstStyle/>
          <a:p>
            <a:pPr indent="-228600" algn="just">
              <a:lnSpc>
                <a:spcPct val="100000"/>
              </a:lnSpc>
              <a:buFont typeface="Arial" panose="020B0604020202020204" pitchFamily="34" charset="0"/>
              <a:buChar char="•"/>
            </a:pPr>
            <a:r>
              <a:rPr lang="en-US" dirty="0">
                <a:solidFill>
                  <a:schemeClr val="tx2"/>
                </a:solidFill>
              </a:rPr>
              <a:t> Most flexible structure.</a:t>
            </a:r>
            <a:endParaRPr lang="en-US" dirty="0">
              <a:solidFill>
                <a:schemeClr val="tx2"/>
              </a:solidFill>
            </a:endParaRPr>
          </a:p>
          <a:p>
            <a:pPr indent="-228600" algn="just">
              <a:lnSpc>
                <a:spcPct val="100000"/>
              </a:lnSpc>
              <a:buFont typeface="Arial" panose="020B0604020202020204" pitchFamily="34" charset="0"/>
              <a:buChar char="•"/>
            </a:pPr>
            <a:r>
              <a:rPr lang="en-US" dirty="0">
                <a:solidFill>
                  <a:schemeClr val="tx2"/>
                </a:solidFill>
              </a:rPr>
              <a:t>Allows cycles where directories can point back to each other.</a:t>
            </a:r>
            <a:endParaRPr lang="en-US" dirty="0">
              <a:solidFill>
                <a:schemeClr val="tx2"/>
              </a:solidFill>
            </a:endParaRPr>
          </a:p>
          <a:p>
            <a:pPr indent="-228600" algn="just">
              <a:lnSpc>
                <a:spcPct val="100000"/>
              </a:lnSpc>
              <a:buFont typeface="Arial" panose="020B0604020202020204" pitchFamily="34" charset="0"/>
              <a:buChar char="•"/>
            </a:pPr>
            <a:r>
              <a:rPr lang="en-US" dirty="0">
                <a:solidFill>
                  <a:schemeClr val="tx2"/>
                </a:solidFill>
              </a:rPr>
              <a:t> Needs garbage collection and special management.</a:t>
            </a:r>
            <a:endParaRPr lang="en-US" dirty="0">
              <a:solidFill>
                <a:schemeClr val="tx2"/>
              </a:solidFill>
            </a:endParaRPr>
          </a:p>
          <a:p>
            <a:pPr algn="just">
              <a:lnSpc>
                <a:spcPct val="100000"/>
              </a:lnSpc>
              <a:buFont typeface="Arial" panose="020B0604020202020204" pitchFamily="34" charset="0"/>
            </a:pPr>
            <a:r>
              <a:rPr lang="en-US" b="1" dirty="0" err="1">
                <a:solidFill>
                  <a:schemeClr val="tx2"/>
                </a:solidFill>
              </a:rPr>
              <a:t>Example:</a:t>
            </a:r>
            <a:r>
              <a:rPr lang="en-US" dirty="0" err="1">
                <a:solidFill>
                  <a:schemeClr val="tx2"/>
                </a:solidFill>
              </a:rPr>
              <a:t> Folder</a:t>
            </a:r>
            <a:r>
              <a:rPr lang="en-US" dirty="0">
                <a:solidFill>
                  <a:schemeClr val="tx2"/>
                </a:solidFill>
              </a:rPr>
              <a:t> A points to Folder B, which points back to Folder A. Seen in versioned backup systems.</a:t>
            </a:r>
            <a:endParaRPr lang="en-US" dirty="0">
              <a:solidFill>
                <a:schemeClr val="tx2"/>
              </a:solidFill>
            </a:endParaRPr>
          </a:p>
          <a:p>
            <a:pPr indent="-228600" algn="just">
              <a:lnSpc>
                <a:spcPct val="100000"/>
              </a:lnSpc>
              <a:buFont typeface="Arial" panose="020B0604020202020204" pitchFamily="34" charset="0"/>
              <a:buChar char="•"/>
            </a:pPr>
            <a:r>
              <a:rPr lang="en-US" dirty="0">
                <a:solidFill>
                  <a:schemeClr val="tx2"/>
                </a:solidFill>
              </a:rPr>
              <a:t>While powerful, general graphs can get messy. They are used in complex systems where flexibility is more important than simplicity.</a:t>
            </a:r>
            <a:endParaRPr lang="en-US" dirty="0">
              <a:solidFill>
                <a:schemeClr val="tx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sz="6000"/>
              <a:t>Disk Structure</a:t>
            </a:r>
            <a:endParaRPr lang="en-US" sz="6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p:cNvSpPr>
            <a:spLocks noGrp="1" noRot="1" noChangeAspect="1" noMove="1" noResize="1" noEditPoints="1" noAdjustHandles="1" noChangeArrowheads="1" noChangeShapeType="1" noTextEdit="1"/>
          </p:cNvSpPr>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 name="Picture 4" descr="Different colored pieces"/>
          <p:cNvPicPr>
            <a:picLocks noChangeAspect="1"/>
          </p:cNvPicPr>
          <p:nvPr/>
        </p:nvPicPr>
        <p:blipFill>
          <a:blip r:embed="rId1"/>
          <a:srcRect l="3825" r="2272" b="2"/>
          <a:stretch>
            <a:fillRect/>
          </a:stretch>
        </p:blipFill>
        <p:spPr>
          <a:xfrm>
            <a:off x="3048" y="10"/>
            <a:ext cx="6195372" cy="4618233"/>
          </a:xfrm>
          <a:prstGeom prst="rect">
            <a:avLst/>
          </a:prstGeom>
        </p:spPr>
      </p:pic>
      <p:sp>
        <p:nvSpPr>
          <p:cNvPr id="13" name="Rectangle 12"/>
          <p:cNvSpPr>
            <a:spLocks noGrp="1" noRot="1" noChangeAspect="1" noMove="1" noResize="1" noEditPoints="1" noAdjustHandles="1" noChangeArrowheads="1" noChangeShapeType="1" noTextEdit="1"/>
          </p:cNvSpPr>
          <p:nvPr/>
        </p:nvSpPr>
        <p:spPr>
          <a:xfrm>
            <a:off x="0" y="5417820"/>
            <a:ext cx="12192000" cy="14528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p:cNvSpPr>
            <a:spLocks noGrp="1" noRot="1" noChangeAspect="1" noMove="1" noResize="1" noEditPoints="1" noAdjustHandles="1" noChangeArrowheads="1" noChangeShapeType="1" noTextEdit="1"/>
          </p:cNvSpPr>
          <p:nvPr/>
        </p:nvSpPr>
        <p:spPr>
          <a:xfrm rot="10800000">
            <a:off x="-3175" y="5035550"/>
            <a:ext cx="12192000" cy="183451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75335" y="5638800"/>
            <a:ext cx="10003218" cy="1219200"/>
          </a:xfrm>
        </p:spPr>
        <p:txBody>
          <a:bodyPr>
            <a:normAutofit/>
          </a:bodyPr>
          <a:lstStyle/>
          <a:p>
            <a:r>
              <a:rPr lang="en-US" dirty="0"/>
              <a:t>Basics of Disk Structure</a:t>
            </a:r>
            <a:endParaRPr lang="en-US" dirty="0"/>
          </a:p>
        </p:txBody>
      </p:sp>
      <p:sp>
        <p:nvSpPr>
          <p:cNvPr id="3" name="Content Placeholder 2"/>
          <p:cNvSpPr>
            <a:spLocks noGrp="1"/>
          </p:cNvSpPr>
          <p:nvPr>
            <p:ph idx="1"/>
          </p:nvPr>
        </p:nvSpPr>
        <p:spPr>
          <a:xfrm>
            <a:off x="6553200" y="200660"/>
            <a:ext cx="5375910" cy="4943475"/>
          </a:xfrm>
        </p:spPr>
        <p:txBody>
          <a:bodyPr anchor="ctr">
            <a:noAutofit/>
          </a:bodyPr>
          <a:lstStyle/>
          <a:p>
            <a:pPr algn="just">
              <a:lnSpc>
                <a:spcPct val="100000"/>
              </a:lnSpc>
            </a:pPr>
            <a:r>
              <a:rPr lang="en-US" sz="2000" dirty="0">
                <a:solidFill>
                  <a:schemeClr val="tx2"/>
                </a:solidFill>
              </a:rPr>
              <a:t>A disk is like a round platter made up of rings (tracks) and pie slices (sectors). Files are saved in small pieces called blocks.</a:t>
            </a:r>
            <a:endParaRPr lang="en-US" sz="2000" dirty="0">
              <a:solidFill>
                <a:schemeClr val="tx2"/>
              </a:solidFill>
            </a:endParaRPr>
          </a:p>
          <a:p>
            <a:pPr algn="just">
              <a:lnSpc>
                <a:spcPct val="100000"/>
              </a:lnSpc>
            </a:pPr>
            <a:r>
              <a:rPr lang="en-US" sz="2000" dirty="0">
                <a:solidFill>
                  <a:schemeClr val="tx2"/>
                </a:solidFill>
              </a:rPr>
              <a:t>A controller inside the computer helps read/write data to the right block.</a:t>
            </a:r>
            <a:endParaRPr lang="en-US" sz="2000" dirty="0">
              <a:solidFill>
                <a:schemeClr val="tx2"/>
              </a:solidFill>
            </a:endParaRPr>
          </a:p>
          <a:p>
            <a:pPr algn="just">
              <a:lnSpc>
                <a:spcPct val="100000"/>
              </a:lnSpc>
            </a:pPr>
            <a:r>
              <a:rPr lang="en-US" sz="2000" dirty="0" err="1">
                <a:solidFill>
                  <a:schemeClr val="tx2"/>
                </a:solidFill>
              </a:rPr>
              <a:t>Example:A</a:t>
            </a:r>
            <a:r>
              <a:rPr lang="en-US" sz="2000" dirty="0">
                <a:solidFill>
                  <a:schemeClr val="tx2"/>
                </a:solidFill>
              </a:rPr>
              <a:t> 500GB hard drive has multiple platters, each with thousands of sectors. A movie file may be saved across several blocks.</a:t>
            </a:r>
            <a:endParaRPr lang="en-US" sz="2000" dirty="0">
              <a:solidFill>
                <a:schemeClr val="tx2"/>
              </a:solidFill>
            </a:endParaRPr>
          </a:p>
          <a:p>
            <a:pPr algn="just">
              <a:lnSpc>
                <a:spcPct val="100000"/>
              </a:lnSpc>
            </a:pPr>
            <a:r>
              <a:rPr lang="en-US" sz="2000" dirty="0">
                <a:solidFill>
                  <a:schemeClr val="tx2"/>
                </a:solidFill>
              </a:rPr>
              <a:t>We see one file like "movie.mp4", but it's actually split into many pieces on the disk. The OS tracks where all pieces are saved.</a:t>
            </a:r>
            <a:endParaRPr lang="en-US" sz="2000" dirty="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E4444"/>
            </a:gs>
            <a:gs pos="100000">
              <a:srgbClr val="832B2B"/>
            </a:gs>
          </a:gsLst>
          <a:lin scaled="0"/>
        </a:gradFill>
        <a:effectLst/>
      </p:bgPr>
    </p:bg>
    <p:spTree>
      <p:nvGrpSpPr>
        <p:cNvPr id="1" name=""/>
        <p:cNvGrpSpPr/>
        <p:nvPr/>
      </p:nvGrpSpPr>
      <p:grpSpPr>
        <a:xfrm>
          <a:off x="0" y="0"/>
          <a:ext cx="0" cy="0"/>
          <a:chOff x="0" y="0"/>
          <a:chExt cx="0" cy="0"/>
        </a:xfrm>
      </p:grpSpPr>
      <p:sp>
        <p:nvSpPr>
          <p:cNvPr id="48" name="Rectangle 47"/>
          <p:cNvSpPr>
            <a:spLocks noGrp="1" noRot="1" noChangeAspect="1" noMove="1" noResize="1" noEditPoints="1" noAdjustHandles="1" noChangeArrowheads="1" noChangeShapeType="1" noTextEdit="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0" name="Picture 49"/>
          <p:cNvPicPr>
            <a:picLocks noGrp="1" noRot="1" noChangeAspect="1" noMove="1" noResize="1" noEditPoints="1" noAdjustHandles="1" noChangeArrowheads="1" noChangeShapeType="1" noCrop="1"/>
          </p:cNvPicPr>
          <p:nvPr/>
        </p:nvPicPr>
        <p:blipFill>
          <a:blip r:embed="rId1">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52" name="Rectangle 5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4" name="Rectangle 53"/>
          <p:cNvSpPr>
            <a:spLocks noGrp="1" noRot="1" noChangeAspect="1" noMove="1" noResize="1" noEditPoints="1" noAdjustHandles="1" noChangeArrowheads="1" noChangeShapeType="1" noTextEdit="1"/>
          </p:cNvSpPr>
          <p:nvPr/>
        </p:nvSpPr>
        <p:spPr>
          <a:xfrm>
            <a:off x="3048"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 name="Rectangle 55"/>
          <p:cNvSpPr>
            <a:spLocks noGrp="1" noRot="1" noChangeAspect="1" noMove="1" noResize="1" noEditPoints="1" noAdjustHandles="1" noChangeArrowheads="1" noChangeShapeType="1" noTextEdit="1"/>
          </p:cNvSpPr>
          <p:nvPr/>
        </p:nvSpPr>
        <p:spPr>
          <a:xfrm rot="10800000">
            <a:off x="1525" y="0"/>
            <a:ext cx="1218895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63557" y="285862"/>
            <a:ext cx="3272009" cy="5017756"/>
          </a:xfrm>
        </p:spPr>
        <p:txBody>
          <a:bodyPr vert="horz" lIns="91440" tIns="45720" rIns="91440" bIns="45720" rtlCol="0" anchor="ctr">
            <a:normAutofit/>
          </a:bodyPr>
          <a:lstStyle/>
          <a:p>
            <a:pPr algn="l"/>
            <a:r>
              <a:rPr lang="en-US" dirty="0">
                <a:solidFill>
                  <a:srgbClr val="FFFFFF"/>
                </a:solidFill>
              </a:rPr>
              <a:t>File Allocation Methods</a:t>
            </a:r>
            <a:endParaRPr lang="en-US" dirty="0">
              <a:solidFill>
                <a:srgbClr val="FFFFFF"/>
              </a:solidFill>
            </a:endParaRPr>
          </a:p>
        </p:txBody>
      </p:sp>
      <p:sp>
        <p:nvSpPr>
          <p:cNvPr id="3" name="Subtitle 2"/>
          <p:cNvSpPr>
            <a:spLocks noGrp="1"/>
          </p:cNvSpPr>
          <p:nvPr>
            <p:ph type="subTitle" idx="1"/>
          </p:nvPr>
        </p:nvSpPr>
        <p:spPr>
          <a:xfrm>
            <a:off x="3635375" y="726440"/>
            <a:ext cx="8174990" cy="5817235"/>
          </a:xfrm>
        </p:spPr>
        <p:txBody>
          <a:bodyPr vert="horz" lIns="91440" tIns="45720" rIns="91440" bIns="45720" rtlCol="0" anchor="ctr">
            <a:noAutofit/>
          </a:bodyPr>
          <a:lstStyle/>
          <a:p>
            <a:pPr algn="l">
              <a:lnSpc>
                <a:spcPct val="100000"/>
              </a:lnSpc>
              <a:buFont typeface="Arial" panose="020B0604020202020204" pitchFamily="34" charset="0"/>
            </a:pPr>
            <a:r>
              <a:rPr lang="en-US" b="1" dirty="0">
                <a:solidFill>
                  <a:srgbClr val="FFFFFF"/>
                </a:solidFill>
              </a:rPr>
              <a:t>Contiguous Allocation:</a:t>
            </a:r>
            <a:endParaRPr lang="en-US" b="1" dirty="0">
              <a:solidFill>
                <a:srgbClr val="FFFFFF"/>
              </a:solidFill>
            </a:endParaRPr>
          </a:p>
          <a:p>
            <a:pPr indent="-228600" algn="l">
              <a:lnSpc>
                <a:spcPct val="100000"/>
              </a:lnSpc>
              <a:buFont typeface="Arial" panose="020B0604020202020204" pitchFamily="34" charset="0"/>
              <a:buChar char="•"/>
            </a:pPr>
            <a:r>
              <a:rPr lang="en-US" b="1" dirty="0">
                <a:solidFill>
                  <a:srgbClr val="FFFFFF"/>
                </a:solidFill>
              </a:rPr>
              <a:t> The whole file is saved in a single stretch of blocks.</a:t>
            </a:r>
            <a:endParaRPr lang="en-US" b="1" dirty="0">
              <a:solidFill>
                <a:srgbClr val="FFFFFF"/>
              </a:solidFill>
            </a:endParaRPr>
          </a:p>
          <a:p>
            <a:pPr indent="-228600" algn="l">
              <a:lnSpc>
                <a:spcPct val="100000"/>
              </a:lnSpc>
              <a:buFont typeface="Arial" panose="020B0604020202020204" pitchFamily="34" charset="0"/>
              <a:buChar char="•"/>
            </a:pPr>
            <a:r>
              <a:rPr lang="en-US" b="1" dirty="0">
                <a:solidFill>
                  <a:srgbClr val="FFFFFF"/>
                </a:solidFill>
              </a:rPr>
              <a:t> Very fast to read, but not flexible.</a:t>
            </a:r>
            <a:endParaRPr lang="en-US" b="1" dirty="0">
              <a:solidFill>
                <a:srgbClr val="FFFFFF"/>
              </a:solidFill>
            </a:endParaRPr>
          </a:p>
          <a:p>
            <a:pPr algn="l">
              <a:lnSpc>
                <a:spcPct val="100000"/>
              </a:lnSpc>
              <a:buFont typeface="Arial" panose="020B0604020202020204" pitchFamily="34" charset="0"/>
            </a:pPr>
            <a:r>
              <a:rPr lang="en-US" b="1" dirty="0">
                <a:solidFill>
                  <a:srgbClr val="FFFFFF"/>
                </a:solidFill>
                <a:sym typeface="+mn-ea"/>
              </a:rPr>
              <a:t>Example: A 700MB movie saved in one chunk (contiguous)</a:t>
            </a:r>
            <a:endParaRPr lang="en-US" b="1" dirty="0">
              <a:solidFill>
                <a:srgbClr val="FFFFFF"/>
              </a:solidFill>
            </a:endParaRPr>
          </a:p>
          <a:p>
            <a:pPr algn="l">
              <a:lnSpc>
                <a:spcPct val="100000"/>
              </a:lnSpc>
              <a:buFont typeface="Arial" panose="020B0604020202020204" pitchFamily="34" charset="0"/>
            </a:pPr>
            <a:r>
              <a:rPr lang="en-US" b="1" dirty="0">
                <a:solidFill>
                  <a:srgbClr val="FFFFFF"/>
                </a:solidFill>
              </a:rPr>
              <a:t>Linked </a:t>
            </a:r>
            <a:r>
              <a:rPr lang="en-US" b="1" dirty="0" err="1">
                <a:solidFill>
                  <a:srgbClr val="FFFFFF"/>
                </a:solidFill>
              </a:rPr>
              <a:t>Allocation:Each</a:t>
            </a:r>
            <a:r>
              <a:rPr lang="en-US" b="1" dirty="0">
                <a:solidFill>
                  <a:srgbClr val="FFFFFF"/>
                </a:solidFill>
              </a:rPr>
              <a:t> part of the file points to the next.</a:t>
            </a:r>
            <a:endParaRPr lang="en-US" b="1" dirty="0">
              <a:solidFill>
                <a:srgbClr val="FFFFFF"/>
              </a:solidFill>
            </a:endParaRPr>
          </a:p>
          <a:p>
            <a:pPr indent="-228600" algn="l">
              <a:lnSpc>
                <a:spcPct val="100000"/>
              </a:lnSpc>
              <a:buFont typeface="Arial" panose="020B0604020202020204" pitchFamily="34" charset="0"/>
              <a:buChar char="•"/>
            </a:pPr>
            <a:r>
              <a:rPr lang="en-US" b="1" dirty="0">
                <a:solidFill>
                  <a:srgbClr val="FFFFFF"/>
                </a:solidFill>
              </a:rPr>
              <a:t> Easy to grow files, but slower to read.</a:t>
            </a:r>
            <a:endParaRPr lang="en-US" b="1" dirty="0">
              <a:solidFill>
                <a:srgbClr val="FFFFFF"/>
              </a:solidFill>
            </a:endParaRPr>
          </a:p>
          <a:p>
            <a:pPr algn="l">
              <a:lnSpc>
                <a:spcPct val="100000"/>
              </a:lnSpc>
              <a:buFont typeface="Arial" panose="020B0604020202020204" pitchFamily="34" charset="0"/>
            </a:pPr>
            <a:r>
              <a:rPr lang="en-US" b="1" dirty="0">
                <a:solidFill>
                  <a:srgbClr val="FFFFFF"/>
                </a:solidFill>
                <a:sym typeface="+mn-ea"/>
              </a:rPr>
              <a:t>A growing text log where each new part is linked (linked).</a:t>
            </a:r>
            <a:endParaRPr lang="en-US" b="1" dirty="0">
              <a:solidFill>
                <a:srgbClr val="FFFFFF"/>
              </a:solidFill>
            </a:endParaRPr>
          </a:p>
          <a:p>
            <a:pPr algn="l">
              <a:lnSpc>
                <a:spcPct val="100000"/>
              </a:lnSpc>
              <a:buFont typeface="Arial" panose="020B0604020202020204" pitchFamily="34" charset="0"/>
            </a:pPr>
            <a:r>
              <a:rPr lang="en-US" b="1" dirty="0">
                <a:solidFill>
                  <a:srgbClr val="FFFFFF"/>
                </a:solidFill>
              </a:rPr>
              <a:t>Indexed Allocation:</a:t>
            </a:r>
            <a:endParaRPr lang="en-US" b="1" dirty="0">
              <a:solidFill>
                <a:srgbClr val="FFFFFF"/>
              </a:solidFill>
            </a:endParaRPr>
          </a:p>
          <a:p>
            <a:pPr indent="-228600" algn="l">
              <a:lnSpc>
                <a:spcPct val="100000"/>
              </a:lnSpc>
              <a:buFont typeface="Arial" panose="020B0604020202020204" pitchFamily="34" charset="0"/>
              <a:buChar char="•"/>
            </a:pPr>
            <a:r>
              <a:rPr lang="en-US" b="1" dirty="0">
                <a:solidFill>
                  <a:srgbClr val="FFFFFF"/>
                </a:solidFill>
              </a:rPr>
              <a:t>A table holds the addresses of all file parts.</a:t>
            </a:r>
            <a:endParaRPr lang="en-US" b="1" dirty="0">
              <a:solidFill>
                <a:srgbClr val="FFFFFF"/>
              </a:solidFill>
            </a:endParaRPr>
          </a:p>
          <a:p>
            <a:pPr indent="-228600" algn="l">
              <a:lnSpc>
                <a:spcPct val="100000"/>
              </a:lnSpc>
              <a:buFont typeface="Arial" panose="020B0604020202020204" pitchFamily="34" charset="0"/>
              <a:buChar char="•"/>
            </a:pPr>
            <a:r>
              <a:rPr lang="en-US" b="1" dirty="0">
                <a:solidFill>
                  <a:srgbClr val="FFFFFF"/>
                </a:solidFill>
              </a:rPr>
              <a:t>Fast to access and easy to grow.</a:t>
            </a:r>
            <a:endParaRPr lang="en-US" b="1" dirty="0">
              <a:solidFill>
                <a:srgbClr val="FFFFFF"/>
              </a:solidFill>
            </a:endParaRPr>
          </a:p>
          <a:p>
            <a:pPr algn="l">
              <a:lnSpc>
                <a:spcPct val="100000"/>
              </a:lnSpc>
              <a:buFont typeface="Arial" panose="020B0604020202020204" pitchFamily="34" charset="0"/>
            </a:pPr>
            <a:r>
              <a:rPr lang="en-US" b="1" dirty="0">
                <a:solidFill>
                  <a:srgbClr val="FFFFFF"/>
                </a:solidFill>
              </a:rPr>
              <a:t>Example: An Excel file with an index table showing all block locations (indexed).</a:t>
            </a:r>
            <a:endParaRPr lang="en-US" b="1" dirty="0">
              <a:solidFill>
                <a:srgbClr val="FFFFFF"/>
              </a:solidFill>
            </a:endParaRPr>
          </a:p>
          <a:p>
            <a:pPr indent="-228600" algn="l">
              <a:lnSpc>
                <a:spcPct val="100000"/>
              </a:lnSpc>
              <a:buFont typeface="Arial" panose="020B0604020202020204" pitchFamily="34" charset="0"/>
              <a:buChar char="•"/>
            </a:pPr>
            <a:r>
              <a:rPr lang="en-US" b="1" dirty="0">
                <a:solidFill>
                  <a:srgbClr val="FFFFFF"/>
                </a:solidFill>
              </a:rPr>
              <a:t>Different ways are used to save files. Large videos need speed, so contiguous works best. Logs or documents that grow over time need flexibility.</a:t>
            </a:r>
            <a:endParaRPr lang="en-US" b="1"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p:cNvSpPr>
            <a:spLocks noGrp="1" noRot="1" noChangeAspect="1" noMove="1" noResize="1" noEditPoints="1" noAdjustHandles="1" noChangeArrowheads="1" noChangeShapeType="1" noTextEdit="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2" name="Picture 21"/>
          <p:cNvPicPr>
            <a:picLocks noGrp="1" noRot="1" noChangeAspect="1" noMove="1" noResize="1" noEditPoints="1" noAdjustHandles="1" noChangeArrowheads="1" noChangeShapeType="1" noCrop="1"/>
          </p:cNvPicPr>
          <p:nvPr/>
        </p:nvPicPr>
        <p:blipFill>
          <a:blip r:embed="rId1">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23" name="Rectangle 22"/>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4" name="Rectangle 23"/>
          <p:cNvSpPr>
            <a:spLocks noGrp="1" noRot="1" noChangeAspect="1" noMove="1" noResize="1" noEditPoints="1" noAdjustHandles="1" noChangeArrowheads="1" noChangeShapeType="1" noTextEdit="1"/>
          </p:cNvSpPr>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5" name="Rectangle 24"/>
          <p:cNvSpPr>
            <a:spLocks noGrp="1" noRot="1" noChangeAspect="1" noMove="1" noResize="1" noEditPoints="1" noAdjustHandles="1" noChangeArrowheads="1" noChangeShapeType="1" noTextEdit="1"/>
          </p:cNvSpPr>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a:spLocks noGrp="1" noRot="1" noChangeAspect="1" noMove="1" noResize="1" noEditPoints="1" noAdjustHandles="1" noChangeArrowheads="1" noChangeShapeType="1" noTextEdit="1"/>
          </p:cNvSpPr>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198182" y="381000"/>
            <a:ext cx="10003218" cy="1600124"/>
          </a:xfrm>
        </p:spPr>
        <p:txBody>
          <a:bodyPr vert="horz" lIns="91440" tIns="45720" rIns="91440" bIns="45720" rtlCol="0" anchor="ctr">
            <a:normAutofit/>
          </a:bodyPr>
          <a:lstStyle/>
          <a:p>
            <a:pPr algn="l"/>
            <a:r>
              <a:rPr lang="en-US"/>
              <a:t> Free Space Management</a:t>
            </a:r>
            <a:endParaRPr lang="en-US"/>
          </a:p>
        </p:txBody>
      </p:sp>
      <p:sp>
        <p:nvSpPr>
          <p:cNvPr id="3" name="Subtitle 2"/>
          <p:cNvSpPr>
            <a:spLocks noGrp="1"/>
          </p:cNvSpPr>
          <p:nvPr>
            <p:ph type="subTitle" idx="1"/>
          </p:nvPr>
        </p:nvSpPr>
        <p:spPr>
          <a:xfrm>
            <a:off x="1185756" y="2362200"/>
            <a:ext cx="8796444" cy="3935986"/>
          </a:xfrm>
        </p:spPr>
        <p:txBody>
          <a:bodyPr vert="horz" lIns="91440" tIns="45720" rIns="91440" bIns="45720" rtlCol="0" anchor="ctr">
            <a:normAutofit/>
          </a:bodyPr>
          <a:lstStyle/>
          <a:p>
            <a:pPr marL="342900" indent="-228600" algn="l">
              <a:buFont typeface="Arial" panose="020B0604020202020204" pitchFamily="34" charset="0"/>
              <a:buChar char="•"/>
            </a:pPr>
            <a:r>
              <a:rPr lang="en-US" sz="1800">
                <a:solidFill>
                  <a:schemeClr val="tx1">
                    <a:alpha val="80000"/>
                  </a:schemeClr>
                </a:solidFill>
              </a:rPr>
              <a:t>The OS keeps track of which parts of the disk are free or used.</a:t>
            </a:r>
            <a:endParaRPr lang="en-US" sz="1800">
              <a:solidFill>
                <a:schemeClr val="tx1">
                  <a:alpha val="80000"/>
                </a:schemeClr>
              </a:solidFill>
            </a:endParaRPr>
          </a:p>
          <a:p>
            <a:pPr marL="342900" indent="-228600" algn="l">
              <a:buFont typeface="Arial" panose="020B0604020202020204" pitchFamily="34" charset="0"/>
              <a:buChar char="•"/>
            </a:pPr>
            <a:r>
              <a:rPr lang="en-US" sz="1800">
                <a:solidFill>
                  <a:schemeClr val="tx1">
                    <a:alpha val="80000"/>
                  </a:schemeClr>
                </a:solidFill>
              </a:rPr>
              <a:t> Two common ways to manage this: </a:t>
            </a:r>
            <a:endParaRPr lang="en-US" sz="1800">
              <a:solidFill>
                <a:schemeClr val="tx1">
                  <a:alpha val="80000"/>
                </a:schemeClr>
              </a:solidFill>
            </a:endParaRPr>
          </a:p>
          <a:p>
            <a:pPr marL="342900" indent="-228600" algn="l">
              <a:buFont typeface="Arial" panose="020B0604020202020204" pitchFamily="34" charset="0"/>
              <a:buChar char="•"/>
            </a:pPr>
            <a:r>
              <a:rPr lang="en-US" sz="1800">
                <a:solidFill>
                  <a:schemeClr val="tx1">
                    <a:alpha val="80000"/>
                  </a:schemeClr>
                </a:solidFill>
              </a:rPr>
              <a:t>Bitmap: Uses 0s and 1s to show block status (0 = free). </a:t>
            </a:r>
            <a:endParaRPr lang="en-US" sz="1800">
              <a:solidFill>
                <a:schemeClr val="tx1">
                  <a:alpha val="80000"/>
                </a:schemeClr>
              </a:solidFill>
            </a:endParaRPr>
          </a:p>
          <a:p>
            <a:pPr marL="342900" indent="-228600" algn="l">
              <a:buFont typeface="Arial" panose="020B0604020202020204" pitchFamily="34" charset="0"/>
              <a:buChar char="•"/>
            </a:pPr>
            <a:r>
              <a:rPr lang="en-US" sz="1800">
                <a:solidFill>
                  <a:schemeClr val="tx1">
                    <a:alpha val="80000"/>
                  </a:schemeClr>
                </a:solidFill>
              </a:rPr>
              <a:t>Free List: Keeps a list of all empty blocks.</a:t>
            </a:r>
            <a:endParaRPr lang="en-US" sz="1800">
              <a:solidFill>
                <a:schemeClr val="tx1">
                  <a:alpha val="80000"/>
                </a:schemeClr>
              </a:solidFill>
            </a:endParaRPr>
          </a:p>
          <a:p>
            <a:pPr marL="342900" indent="-228600" algn="l">
              <a:buFont typeface="Arial" panose="020B0604020202020204" pitchFamily="34" charset="0"/>
              <a:buChar char="•"/>
            </a:pPr>
            <a:r>
              <a:rPr lang="en-US" sz="1800">
                <a:solidFill>
                  <a:schemeClr val="tx1">
                    <a:alpha val="80000"/>
                  </a:schemeClr>
                </a:solidFill>
              </a:rPr>
              <a:t>Example: Bitmap: 0101001 — This shows which blocks are available.</a:t>
            </a:r>
            <a:endParaRPr lang="en-US" sz="1800">
              <a:solidFill>
                <a:schemeClr val="tx1">
                  <a:alpha val="80000"/>
                </a:schemeClr>
              </a:solidFill>
            </a:endParaRPr>
          </a:p>
          <a:p>
            <a:pPr marL="342900" indent="-228600" algn="l">
              <a:buFont typeface="Arial" panose="020B0604020202020204" pitchFamily="34" charset="0"/>
              <a:buChar char="•"/>
            </a:pPr>
            <a:r>
              <a:rPr lang="en-US" sz="1800">
                <a:solidFill>
                  <a:schemeClr val="tx1">
                    <a:alpha val="80000"/>
                  </a:schemeClr>
                </a:solidFill>
              </a:rPr>
              <a:t>Free space is like knowing which lockers are empty. The OS needs this to save new files in free spots.</a:t>
            </a:r>
            <a:endParaRPr lang="en-US" sz="1800">
              <a:solidFill>
                <a:schemeClr val="tx1">
                  <a:alpha val="8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Title 9"/>
          <p:cNvSpPr>
            <a:spLocks noGrp="1"/>
          </p:cNvSpPr>
          <p:nvPr>
            <p:ph type="title"/>
          </p:nvPr>
        </p:nvSpPr>
        <p:spPr/>
        <p:txBody>
          <a:bodyPr/>
          <a:p>
            <a:r>
              <a:rPr lang="en-US"/>
              <a:t>Components of Disk Structure</a:t>
            </a:r>
            <a:endParaRPr lang="en-US"/>
          </a:p>
        </p:txBody>
      </p:sp>
      <p:pic>
        <p:nvPicPr>
          <p:cNvPr id="9" name="Content Placeholder 8" descr="platter"/>
          <p:cNvPicPr>
            <a:picLocks noChangeAspect="1"/>
          </p:cNvPicPr>
          <p:nvPr>
            <p:ph idx="1"/>
          </p:nvPr>
        </p:nvPicPr>
        <p:blipFill>
          <a:blip r:embed="rId1"/>
          <a:stretch>
            <a:fillRect/>
          </a:stretch>
        </p:blipFill>
        <p:spPr>
          <a:xfrm>
            <a:off x="1215390" y="1691640"/>
            <a:ext cx="9227820" cy="47282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Scheduling Algorithms</a:t>
            </a:r>
            <a:endParaRPr lang="en-US" dirty="0"/>
          </a:p>
        </p:txBody>
      </p:sp>
      <p:sp>
        <p:nvSpPr>
          <p:cNvPr id="4" name="Content Placeholder 3"/>
          <p:cNvSpPr>
            <a:spLocks noGrp="1"/>
          </p:cNvSpPr>
          <p:nvPr>
            <p:ph sz="half" idx="2"/>
          </p:nvPr>
        </p:nvSpPr>
        <p:spPr/>
        <p:txBody>
          <a:bodyPr>
            <a:normAutofit fontScale="90000"/>
          </a:bodyPr>
          <a:lstStyle/>
          <a:p>
            <a:pPr marL="0" indent="0">
              <a:buNone/>
            </a:pPr>
            <a:r>
              <a:rPr lang="en-US" dirty="0"/>
              <a:t>Example:</a:t>
            </a:r>
            <a:endParaRPr lang="en-US" dirty="0"/>
          </a:p>
          <a:p>
            <a:r>
              <a:rPr lang="en-US" dirty="0"/>
              <a:t>Requests at positions 40, 180, 20. SSTF will go: 40 → 20 → 180 (closest first).</a:t>
            </a:r>
            <a:endParaRPr lang="en-US" dirty="0"/>
          </a:p>
          <a:p>
            <a:r>
              <a:rPr lang="en-US" dirty="0"/>
              <a:t>These algorithms make disk reading faster. If the head moves smartly, it saves time and makes file access faster.</a:t>
            </a:r>
            <a:endParaRPr lang="en-US" dirty="0"/>
          </a:p>
        </p:txBody>
      </p:sp>
      <p:graphicFrame>
        <p:nvGraphicFramePr>
          <p:cNvPr id="6" name="Content Placeholder 2"/>
          <p:cNvGraphicFramePr>
            <a:graphicFrameLocks noGrp="1"/>
          </p:cNvGraphicFramePr>
          <p:nvPr>
            <p:ph sz="half" idx="1"/>
          </p:nvPr>
        </p:nvGraphicFramePr>
        <p:xfrm>
          <a:off x="838200" y="1701800"/>
          <a:ext cx="5181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380" y="208915"/>
            <a:ext cx="10515600" cy="1325563"/>
          </a:xfrm>
        </p:spPr>
        <p:txBody>
          <a:bodyPr/>
          <a:lstStyle/>
          <a:p>
            <a:r>
              <a:rPr lang="en-US" dirty="0"/>
              <a:t>Directory and Disk Performance </a:t>
            </a:r>
            <a:endParaRPr lang="en-US" dirty="0"/>
          </a:p>
        </p:txBody>
      </p:sp>
      <p:sp>
        <p:nvSpPr>
          <p:cNvPr id="6" name="Content Placeholder 2"/>
          <p:cNvSpPr txBox="1"/>
          <p:nvPr/>
        </p:nvSpPr>
        <p:spPr>
          <a:xfrm>
            <a:off x="435610" y="1314450"/>
            <a:ext cx="10062210" cy="5187315"/>
          </a:xfrm>
          <a:prstGeom prst="rect">
            <a:avLst/>
          </a:prstGeom>
          <a:noFill/>
        </p:spPr>
        <p:txBody>
          <a:bodyPr wrap="square" rtlCol="0" anchor="t">
            <a:noAutofit/>
          </a:bodyPr>
          <a:p>
            <a:pPr lvl="0" indent="0">
              <a:buNone/>
            </a:pPr>
            <a:r>
              <a:rPr lang="en-US" sz="2000" b="1">
                <a:solidFill>
                  <a:schemeClr val="bg1"/>
                </a:solidFill>
              </a:rPr>
              <a:t>Contiguous vs Fragmented Storage:</a:t>
            </a:r>
            <a:endParaRPr lang="en-US" sz="2000" b="1">
              <a:solidFill>
                <a:schemeClr val="bg1"/>
              </a:solidFill>
            </a:endParaRPr>
          </a:p>
          <a:p>
            <a:pPr lvl="0" indent="0">
              <a:buNone/>
            </a:pPr>
            <a:endParaRPr lang="en-US" sz="2000" b="1">
              <a:solidFill>
                <a:schemeClr val="bg1"/>
              </a:solidFill>
            </a:endParaRPr>
          </a:p>
          <a:p>
            <a:pPr lvl="0" indent="0">
              <a:buNone/>
            </a:pPr>
            <a:r>
              <a:rPr lang="en-US" sz="2000">
                <a:solidFill>
                  <a:schemeClr val="bg1"/>
                </a:solidFill>
              </a:rPr>
              <a:t>Contiguous files are stored in one continuous block → fast access. </a:t>
            </a:r>
            <a:endParaRPr lang="en-US" sz="2000">
              <a:solidFill>
                <a:schemeClr val="bg1"/>
              </a:solidFill>
            </a:endParaRPr>
          </a:p>
          <a:p>
            <a:pPr lvl="0" indent="0">
              <a:buNone/>
            </a:pPr>
            <a:r>
              <a:rPr lang="en-US" sz="2000">
                <a:solidFill>
                  <a:schemeClr val="bg1"/>
                </a:solidFill>
              </a:rPr>
              <a:t>Fragmented files are scattered across the disk → slower to read.</a:t>
            </a:r>
            <a:endParaRPr lang="en-US" sz="2000">
              <a:solidFill>
                <a:schemeClr val="bg1"/>
              </a:solidFill>
            </a:endParaRPr>
          </a:p>
          <a:p>
            <a:pPr lvl="0" indent="0">
              <a:buNone/>
            </a:pPr>
            <a:r>
              <a:rPr lang="en-US" sz="2000">
                <a:solidFill>
                  <a:schemeClr val="bg1"/>
                </a:solidFill>
              </a:rPr>
              <a:t>Organized Directories = Faster Search:</a:t>
            </a:r>
            <a:endParaRPr lang="en-US" sz="2000">
              <a:solidFill>
                <a:schemeClr val="bg1"/>
              </a:solidFill>
            </a:endParaRPr>
          </a:p>
          <a:p>
            <a:pPr lvl="0" indent="0">
              <a:buNone/>
            </a:pPr>
            <a:r>
              <a:rPr lang="en-US" sz="2000">
                <a:solidFill>
                  <a:schemeClr val="bg1"/>
                </a:solidFill>
              </a:rPr>
              <a:t>Clean folder structure helps OS locate files quickly.  Reduces time taken to search through clutter.</a:t>
            </a:r>
            <a:endParaRPr lang="en-US" sz="2000">
              <a:solidFill>
                <a:schemeClr val="bg1"/>
              </a:solidFill>
            </a:endParaRPr>
          </a:p>
          <a:p>
            <a:pPr lvl="0" indent="0">
              <a:buNone/>
            </a:pPr>
            <a:r>
              <a:rPr lang="en-US" sz="2000">
                <a:solidFill>
                  <a:schemeClr val="bg1"/>
                </a:solidFill>
                <a:sym typeface="+mn-ea"/>
              </a:rPr>
              <a:t>Example: Contiguous: A 2GB movie saved in one chunk plays instantly. Fragmented: Same movie split into 20 blocks pauses while loading.</a:t>
            </a:r>
            <a:endParaRPr lang="en-US" sz="2000">
              <a:solidFill>
                <a:schemeClr val="bg1"/>
              </a:solidFill>
            </a:endParaRPr>
          </a:p>
          <a:p>
            <a:pPr lvl="0">
              <a:buChar char="•"/>
            </a:pPr>
            <a:endParaRPr lang="en-US" sz="2000">
              <a:solidFill>
                <a:schemeClr val="bg1"/>
              </a:solidFill>
            </a:endParaRPr>
          </a:p>
          <a:p>
            <a:pPr lvl="0" indent="0">
              <a:buNone/>
            </a:pPr>
            <a:r>
              <a:rPr lang="en-US" sz="2000" b="1">
                <a:solidFill>
                  <a:schemeClr val="bg1"/>
                </a:solidFill>
              </a:rPr>
              <a:t>Indexing and Caching Boost Performance:</a:t>
            </a:r>
            <a:endParaRPr lang="en-US" sz="2000" b="1">
              <a:solidFill>
                <a:schemeClr val="bg1"/>
              </a:solidFill>
            </a:endParaRPr>
          </a:p>
          <a:p>
            <a:pPr lvl="0" indent="0">
              <a:buNone/>
            </a:pPr>
            <a:endParaRPr lang="en-US" sz="2000" b="1">
              <a:solidFill>
                <a:schemeClr val="bg1"/>
              </a:solidFill>
            </a:endParaRPr>
          </a:p>
          <a:p>
            <a:pPr lvl="0" indent="0">
              <a:buNone/>
            </a:pPr>
            <a:r>
              <a:rPr lang="en-US" sz="2000">
                <a:solidFill>
                  <a:schemeClr val="bg1"/>
                </a:solidFill>
              </a:rPr>
              <a:t>Indexing keeps track of file locations for quick lookup. </a:t>
            </a:r>
            <a:endParaRPr lang="en-US" sz="2000">
              <a:solidFill>
                <a:schemeClr val="bg1"/>
              </a:solidFill>
            </a:endParaRPr>
          </a:p>
          <a:p>
            <a:pPr lvl="0" indent="0">
              <a:buNone/>
            </a:pPr>
            <a:r>
              <a:rPr lang="en-US" sz="2000">
                <a:solidFill>
                  <a:schemeClr val="bg1"/>
                </a:solidFill>
              </a:rPr>
              <a:t>Caching stores recently used files in fast memory.</a:t>
            </a:r>
            <a:endParaRPr lang="en-US" sz="2000">
              <a:solidFill>
                <a:schemeClr val="bg1"/>
              </a:solidFill>
            </a:endParaRPr>
          </a:p>
          <a:p>
            <a:pPr lvl="0" indent="0">
              <a:buNone/>
            </a:pPr>
            <a:r>
              <a:rPr lang="en-US" sz="2000">
                <a:solidFill>
                  <a:schemeClr val="bg1"/>
                </a:solidFill>
              </a:rPr>
              <a:t>Example: Organized:</a:t>
            </a:r>
            <a:endParaRPr lang="en-US" sz="2000">
              <a:solidFill>
                <a:schemeClr val="bg1"/>
              </a:solidFill>
            </a:endParaRPr>
          </a:p>
          <a:p>
            <a:pPr lvl="0" indent="0">
              <a:buNone/>
            </a:pPr>
            <a:r>
              <a:rPr lang="en-US" sz="2000">
                <a:solidFill>
                  <a:schemeClr val="bg1"/>
                </a:solidFill>
              </a:rPr>
              <a:t>C:\Users\Ali\Projects\2025\FinalReport.docx is easier to find.4. Indexing: Windows Search uses index to find files instantly.</a:t>
            </a:r>
            <a:endParaRPr lang="en-US" sz="200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0" name="Picture 9"/>
          <p:cNvPicPr>
            <a:picLocks noGrp="1" noRot="1" noChangeAspect="1" noMove="1" noResize="1" noEditPoints="1" noAdjustHandles="1" noChangeArrowheads="1" noChangeShapeType="1" noCrop="1"/>
          </p:cNvPicPr>
          <p:nvPr/>
        </p:nvPicPr>
        <p:blipFill>
          <a:blip r:embed="rId1">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2" name="Rectangle 1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4" name="Rectangle 13"/>
          <p:cNvSpPr>
            <a:spLocks noGrp="1" noRot="1" noChangeAspect="1" noMove="1" noResize="1" noEditPoints="1" noAdjustHandles="1" noChangeArrowheads="1" noChangeShapeType="1" noTextEdit="1"/>
          </p:cNvSpPr>
          <p:nvPr/>
        </p:nvSpPr>
        <p:spPr>
          <a:xfrm>
            <a:off x="0" y="0"/>
            <a:ext cx="121889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a:spLocks noGrp="1" noRot="1" noChangeAspect="1" noMove="1" noResize="1" noEditPoints="1" noAdjustHandles="1" noChangeArrowheads="1" noChangeShapeType="1" noTextEdit="1"/>
          </p:cNvSpPr>
          <p:nvPr/>
        </p:nvSpPr>
        <p:spPr>
          <a:xfrm>
            <a:off x="0" y="0"/>
            <a:ext cx="12188952"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98576" y="744909"/>
            <a:ext cx="10591800" cy="1093127"/>
          </a:xfrm>
        </p:spPr>
        <p:txBody>
          <a:bodyPr vert="horz" lIns="91440" tIns="45720" rIns="91440" bIns="45720" rtlCol="0" anchor="b">
            <a:normAutofit/>
          </a:bodyPr>
          <a:lstStyle/>
          <a:p>
            <a:pPr algn="ctr"/>
            <a:r>
              <a:rPr lang="en-US" sz="5200" dirty="0"/>
              <a:t>Conclusion</a:t>
            </a:r>
            <a:endParaRPr lang="en-US" sz="5200" dirty="0"/>
          </a:p>
        </p:txBody>
      </p:sp>
      <p:sp>
        <p:nvSpPr>
          <p:cNvPr id="3" name="Text Placeholder 2"/>
          <p:cNvSpPr>
            <a:spLocks noGrp="1"/>
          </p:cNvSpPr>
          <p:nvPr>
            <p:ph type="body" idx="1"/>
          </p:nvPr>
        </p:nvSpPr>
        <p:spPr>
          <a:xfrm>
            <a:off x="798577" y="1838036"/>
            <a:ext cx="10591798" cy="4291054"/>
          </a:xfrm>
        </p:spPr>
        <p:txBody>
          <a:bodyPr vert="horz" lIns="91440" tIns="45720" rIns="91440" bIns="45720" rtlCol="0" anchor="t">
            <a:normAutofit/>
          </a:bodyPr>
          <a:lstStyle/>
          <a:p>
            <a:pPr>
              <a:lnSpc>
                <a:spcPct val="100000"/>
              </a:lnSpc>
            </a:pPr>
            <a:r>
              <a:rPr lang="en-US" sz="2800" dirty="0"/>
              <a:t>Directories help organize, access, and protect files efficiently. Disk structures determine how files are stored and retrieved. Together, they improve system performance and user experience. Understanding these concepts is essential for system design and troubleshooting.</a:t>
            </a:r>
            <a:endParaRPr lang="en-US" sz="2800" dirty="0"/>
          </a:p>
          <a:p>
            <a:pPr>
              <a:lnSpc>
                <a:spcPct val="100000"/>
              </a:lnSpc>
            </a:pPr>
            <a:r>
              <a:rPr lang="en-US" sz="2800" dirty="0"/>
              <a:t>Example: Just like a neat cabinet with labeled drawers helps you find documents faster, a good directory and disk structure help your computer work efficiently.</a:t>
            </a:r>
            <a:endParaRPr lang="en-US" sz="2800" dirty="0"/>
          </a:p>
        </p:txBody>
      </p:sp>
    </p:spTree>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0</TotalTime>
  <Words>6104</Words>
  <Application>WPS Presentation</Application>
  <PresentationFormat>Widescreen</PresentationFormat>
  <Paragraphs>158</Paragraphs>
  <Slides>19</Slides>
  <Notes>0</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AvenirNext LT Pro Medium</vt:lpstr>
      <vt:lpstr>Yu Gothic UI</vt:lpstr>
      <vt:lpstr>Avenir Next LT Pro</vt:lpstr>
      <vt:lpstr>Segoe Print</vt:lpstr>
      <vt:lpstr>Microsoft YaHei</vt:lpstr>
      <vt:lpstr>Arial Unicode MS</vt:lpstr>
      <vt:lpstr>Calibri</vt:lpstr>
      <vt:lpstr>BlockprintVTI</vt:lpstr>
      <vt:lpstr>Directories and Disk Structures</vt:lpstr>
      <vt:lpstr>What is a Directory?</vt:lpstr>
      <vt:lpstr>Functions of a Directory</vt:lpstr>
      <vt:lpstr>Functions of a Directory</vt:lpstr>
      <vt:lpstr>Directory Structure Types Overview</vt:lpstr>
      <vt:lpstr>PowerPoint 演示文稿</vt:lpstr>
      <vt:lpstr>PowerPoint 演示文稿</vt:lpstr>
      <vt:lpstr> Single-Level &amp; Two-Level Directories</vt:lpstr>
      <vt:lpstr> Single-Level &amp; Two-Level Directories</vt:lpstr>
      <vt:lpstr> Acyclic Graph Directory</vt:lpstr>
      <vt:lpstr> General Graph Directory</vt:lpstr>
      <vt:lpstr>PowerPoint 演示文稿</vt:lpstr>
      <vt:lpstr>Basics of Disk Structure</vt:lpstr>
      <vt:lpstr>File Allocation Methods</vt:lpstr>
      <vt:lpstr> Free Space Management</vt:lpstr>
      <vt:lpstr>PowerPoint 演示文稿</vt:lpstr>
      <vt:lpstr>Disk Scheduling Algorithms</vt:lpstr>
      <vt:lpstr>Directory and Disk Performance </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Azeem Awan</dc:creator>
  <cp:lastModifiedBy>lenovo</cp:lastModifiedBy>
  <cp:revision>2</cp:revision>
  <dcterms:created xsi:type="dcterms:W3CDTF">2025-07-12T06:24:00Z</dcterms:created>
  <dcterms:modified xsi:type="dcterms:W3CDTF">2025-07-13T11:53:02Z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2025-07-12T06:25:51Z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13356561-78a6-455e-bb0c-9f89a276773f</vt:lpwstr>
  </property>
  <property fmtid="{D5CDD505-2E9C-101B-9397-08002B2CF9AE}" pid="7" name="MSIP_Label_defa4170-0d19-0005-0004-bc88714345d2_ActionId">
    <vt:lpwstr>436c2361-23f5-4ace-994d-9350d85bb32b</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y fmtid="{D5CDD505-2E9C-101B-9397-08002B2CF9AE}" pid="10" name="ICV">
    <vt:lpwstr>4746028272A7403A818F6AAE1D3444F8_12</vt:lpwstr>
  </property>
  <property fmtid="{D5CDD505-2E9C-101B-9397-08002B2CF9AE}" pid="11" name="KSOProductBuildVer">
    <vt:lpwstr>1033-12.2.0.21179</vt:lpwstr>
  </property>
</Properties>
</file>